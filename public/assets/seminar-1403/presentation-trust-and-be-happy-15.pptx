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7" r:id="rId2"/>
  </p:sldMasterIdLst>
  <p:notesMasterIdLst>
    <p:notesMasterId r:id="rId57"/>
  </p:notesMasterIdLst>
  <p:sldIdLst>
    <p:sldId id="4214" r:id="rId3"/>
    <p:sldId id="4218" r:id="rId4"/>
    <p:sldId id="4216" r:id="rId5"/>
    <p:sldId id="4217" r:id="rId6"/>
    <p:sldId id="4151" r:id="rId7"/>
    <p:sldId id="4150" r:id="rId8"/>
    <p:sldId id="4154" r:id="rId9"/>
    <p:sldId id="269" r:id="rId10"/>
    <p:sldId id="4191" r:id="rId11"/>
    <p:sldId id="270" r:id="rId12"/>
    <p:sldId id="4174" r:id="rId13"/>
    <p:sldId id="4175" r:id="rId14"/>
    <p:sldId id="4172" r:id="rId15"/>
    <p:sldId id="4173" r:id="rId16"/>
    <p:sldId id="4176" r:id="rId17"/>
    <p:sldId id="4177" r:id="rId18"/>
    <p:sldId id="4178" r:id="rId19"/>
    <p:sldId id="4179" r:id="rId20"/>
    <p:sldId id="4180" r:id="rId21"/>
    <p:sldId id="4181" r:id="rId22"/>
    <p:sldId id="4182" r:id="rId23"/>
    <p:sldId id="4183" r:id="rId24"/>
    <p:sldId id="4184" r:id="rId25"/>
    <p:sldId id="4185" r:id="rId26"/>
    <p:sldId id="4186" r:id="rId27"/>
    <p:sldId id="4146" r:id="rId28"/>
    <p:sldId id="4192" r:id="rId29"/>
    <p:sldId id="4193" r:id="rId30"/>
    <p:sldId id="4187" r:id="rId31"/>
    <p:sldId id="4188" r:id="rId32"/>
    <p:sldId id="4189" r:id="rId33"/>
    <p:sldId id="4195" r:id="rId34"/>
    <p:sldId id="4196" r:id="rId35"/>
    <p:sldId id="4197" r:id="rId36"/>
    <p:sldId id="4211" r:id="rId37"/>
    <p:sldId id="4198" r:id="rId38"/>
    <p:sldId id="4199" r:id="rId39"/>
    <p:sldId id="4200" r:id="rId40"/>
    <p:sldId id="4201" r:id="rId41"/>
    <p:sldId id="4202" r:id="rId42"/>
    <p:sldId id="4203" r:id="rId43"/>
    <p:sldId id="4204" r:id="rId44"/>
    <p:sldId id="4213" r:id="rId45"/>
    <p:sldId id="4145" r:id="rId46"/>
    <p:sldId id="260" r:id="rId47"/>
    <p:sldId id="4205" r:id="rId48"/>
    <p:sldId id="4206" r:id="rId49"/>
    <p:sldId id="4207" r:id="rId50"/>
    <p:sldId id="4208" r:id="rId51"/>
    <p:sldId id="4209" r:id="rId52"/>
    <p:sldId id="4210" r:id="rId53"/>
    <p:sldId id="4169" r:id="rId54"/>
    <p:sldId id="4220" r:id="rId55"/>
    <p:sldId id="4212" r:id="rId56"/>
  </p:sldIdLst>
  <p:sldSz cx="12192000" cy="6858000"/>
  <p:notesSz cx="6858000" cy="9144000"/>
  <p:embeddedFontLst>
    <p:embeddedFont>
      <p:font typeface="B Mitra" panose="00000400000000000000" pitchFamily="2" charset="-78"/>
      <p:regular r:id="rId58"/>
      <p:bold r:id="rId59"/>
    </p:embeddedFont>
    <p:embeddedFont>
      <p:font typeface="B Nazanin" panose="00000400000000000000" pitchFamily="2" charset="-78"/>
      <p:regular r:id="rId60"/>
      <p:bold r:id="rId61"/>
    </p:embeddedFont>
    <p:embeddedFont>
      <p:font typeface="B Titr" panose="00000700000000000000" pitchFamily="2" charset="-78"/>
      <p:bold r:id="rId62"/>
    </p:embeddedFont>
    <p:embeddedFont>
      <p:font typeface="IranNastaliq" panose="02020505000000020003" pitchFamily="18" charset="0"/>
      <p:regular r:id="rId63"/>
    </p:embeddedFont>
  </p:embeddedFontLst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F54"/>
    <a:srgbClr val="FCD756"/>
    <a:srgbClr val="F8EF87"/>
    <a:srgbClr val="FBF2E4"/>
    <a:srgbClr val="079393"/>
    <a:srgbClr val="04A1A0"/>
    <a:srgbClr val="FEFFFD"/>
    <a:srgbClr val="605CDB"/>
    <a:srgbClr val="067D7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7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9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font" Target="fonts/font6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1.fntdata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font" Target="fonts/font4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2.fntdata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3.fntdata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F1AEE-C4C0-4452-A138-0D2FEAF5B90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A1EA3-6C89-47D9-83C0-AF62310BB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59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80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05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35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53F63-1388-7093-19E5-D13067FE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0B2D3-E082-5BF8-89B6-447C5F089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766C2-555C-CE3E-85C0-9DD5F2B52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4486-B690-2694-D737-08C4B21C0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10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C03E-7003-2999-C3A1-449F9F7A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E05C4-16EB-99BD-D2C0-B2C1BA9F1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ED66F-70F9-BCA3-B25E-6FE84C433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0903F-DBD1-4811-EABD-AA72CF411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68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1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9553-E964-0756-E1D4-16F8AE0F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343A1-145D-4F0C-F2C5-DEC4D5ED7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2EC70-78DA-9427-FA9E-BDDD9127A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75A49-4143-FF18-F699-DD7CD6AA6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99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AC6E5-5448-7837-2CC9-39B4B955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BF2E8-A184-F29E-5684-FE28CA7D6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A8DBC-CAED-024C-4836-777EB48F0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6A903-D11C-7BC8-EC26-DFEC08A9E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85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B3C53-8487-1E5D-913F-37C706AD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88A20-8CA8-4DFA-8EF9-0DF3B13A7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C37CB-F7ED-EAEC-91BB-5C47CAFC4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F1F6C-A594-42C7-5616-4181CDD45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A1EA3-6C89-47D9-83C0-AF62310BBFC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95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555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054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3791946" y="2832015"/>
            <a:ext cx="4588654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7200" b="0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پاورپوینت</a:t>
            </a:r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791946" y="4491992"/>
            <a:ext cx="4588654" cy="495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800" b="0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زیر عنوان را بنویسید</a:t>
            </a:r>
          </a:p>
        </p:txBody>
      </p:sp>
    </p:spTree>
    <p:extLst>
      <p:ext uri="{BB962C8B-B14F-4D97-AF65-F5344CB8AC3E}">
        <p14:creationId xmlns:p14="http://schemas.microsoft.com/office/powerpoint/2010/main" val="1771712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 userDrawn="1">
            <p:ph type="pic" sz="quarter" idx="10"/>
          </p:nvPr>
        </p:nvSpPr>
        <p:spPr>
          <a:xfrm>
            <a:off x="0" y="0"/>
            <a:ext cx="4503737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fa-IR"/>
          </a:p>
        </p:txBody>
      </p:sp>
      <p:sp>
        <p:nvSpPr>
          <p:cNvPr id="16" name="Text Placeholder 1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009326" y="1025755"/>
            <a:ext cx="4588654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4800" b="1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17" name="Text Placeholder 1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120685" y="2215166"/>
            <a:ext cx="4477295" cy="37228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3121994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688263" y="0"/>
            <a:ext cx="4503737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fa-IR"/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665926" y="1025755"/>
            <a:ext cx="4588654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4800" b="1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1777285" y="2215166"/>
            <a:ext cx="4477295" cy="37228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4133581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0393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3245" y="1416675"/>
            <a:ext cx="8238186" cy="9076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4800" b="0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12" name="Text Placeholder 1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23245" y="2324287"/>
            <a:ext cx="8345509" cy="28787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2571480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9814" y="917695"/>
            <a:ext cx="7580691" cy="53109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37" b="93474" l="1221" r="9648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14445" y="198915"/>
            <a:ext cx="4302317" cy="6659085"/>
          </a:xfrm>
          <a:prstGeom prst="rect">
            <a:avLst/>
          </a:prstGeom>
        </p:spPr>
      </p:pic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010658" y="1629919"/>
            <a:ext cx="3535476" cy="353236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fa-IR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446985" y="1236373"/>
            <a:ext cx="3322751" cy="6717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36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را بنویسید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2446986" y="1957590"/>
            <a:ext cx="3322750" cy="12106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IranNastaliq" panose="02020505000000020003" pitchFamily="18" charset="0"/>
                <a:cs typeface="B Mitra" panose="00000400000000000000" pitchFamily="2" charset="-78"/>
              </a:defRPr>
            </a:lvl1pPr>
            <a:lvl3pPr algn="just" rtl="1">
              <a:defRPr>
                <a:cs typeface="B Nazanin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446985" y="3988320"/>
            <a:ext cx="3322751" cy="5964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3600" b="0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را بنویسید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2446986" y="4685765"/>
            <a:ext cx="3322750" cy="12106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rgbClr val="084F54"/>
                </a:solidFill>
                <a:latin typeface="IranNastaliq" panose="02020505000000020003" pitchFamily="18" charset="0"/>
                <a:cs typeface="B Mitra" panose="00000400000000000000" pitchFamily="2" charset="-78"/>
              </a:defRPr>
            </a:lvl1pPr>
            <a:lvl3pPr algn="just" rtl="1">
              <a:defRPr>
                <a:cs typeface="B Nazanin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</p:txBody>
      </p:sp>
    </p:spTree>
    <p:extLst>
      <p:ext uri="{BB962C8B-B14F-4D97-AF65-F5344CB8AC3E}">
        <p14:creationId xmlns:p14="http://schemas.microsoft.com/office/powerpoint/2010/main" val="1820644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913319" y="810581"/>
            <a:ext cx="4588654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5061397" y="1996224"/>
            <a:ext cx="6426557" cy="4353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992372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595319" y="810581"/>
            <a:ext cx="4588654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6" name="Text Placeholder 1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43397" y="1996224"/>
            <a:ext cx="6426557" cy="4353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2979951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FE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3958416" y="763621"/>
            <a:ext cx="6002002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2786662" y="1931830"/>
            <a:ext cx="8345509" cy="4353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4289429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rgbClr val="FE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129616" y="802257"/>
            <a:ext cx="6002002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4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991673" y="1931830"/>
            <a:ext cx="8345509" cy="4353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2986293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39;p9">
            <a:extLst>
              <a:ext uri="{FF2B5EF4-FFF2-40B4-BE49-F238E27FC236}">
                <a16:creationId xmlns:a16="http://schemas.microsoft.com/office/drawing/2014/main" id="{087E4546-5D1D-E62F-8BDA-339E7F601FE7}"/>
              </a:ext>
            </a:extLst>
          </p:cNvPr>
          <p:cNvGrpSpPr/>
          <p:nvPr userDrawn="1"/>
        </p:nvGrpSpPr>
        <p:grpSpPr>
          <a:xfrm flipH="1">
            <a:off x="6049765" y="1355629"/>
            <a:ext cx="6142229" cy="5482669"/>
            <a:chOff x="9" y="479723"/>
            <a:chExt cx="4811899" cy="4649000"/>
          </a:xfrm>
          <a:solidFill>
            <a:srgbClr val="079393">
              <a:alpha val="15000"/>
            </a:srgbClr>
          </a:solidFill>
        </p:grpSpPr>
        <p:sp>
          <p:nvSpPr>
            <p:cNvPr id="32" name="Google Shape;340;p9">
              <a:extLst>
                <a:ext uri="{FF2B5EF4-FFF2-40B4-BE49-F238E27FC236}">
                  <a16:creationId xmlns:a16="http://schemas.microsoft.com/office/drawing/2014/main" id="{B84E880B-D1D9-E0F3-2C45-6C0B79E3BEA6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41;p9">
              <a:extLst>
                <a:ext uri="{FF2B5EF4-FFF2-40B4-BE49-F238E27FC236}">
                  <a16:creationId xmlns:a16="http://schemas.microsoft.com/office/drawing/2014/main" id="{45FE6777-1D11-5305-7500-D097350D50E4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2;p9">
              <a:extLst>
                <a:ext uri="{FF2B5EF4-FFF2-40B4-BE49-F238E27FC236}">
                  <a16:creationId xmlns:a16="http://schemas.microsoft.com/office/drawing/2014/main" id="{7F5A48A1-7660-976A-CD11-2140A2304C38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43;p9">
              <a:extLst>
                <a:ext uri="{FF2B5EF4-FFF2-40B4-BE49-F238E27FC236}">
                  <a16:creationId xmlns:a16="http://schemas.microsoft.com/office/drawing/2014/main" id="{F2FBB60E-1C51-FF0E-48F0-574C46476660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44;p9">
              <a:extLst>
                <a:ext uri="{FF2B5EF4-FFF2-40B4-BE49-F238E27FC236}">
                  <a16:creationId xmlns:a16="http://schemas.microsoft.com/office/drawing/2014/main" id="{5A1F06B2-6001-51DF-2031-5EC13D8F89DB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45;p9">
              <a:extLst>
                <a:ext uri="{FF2B5EF4-FFF2-40B4-BE49-F238E27FC236}">
                  <a16:creationId xmlns:a16="http://schemas.microsoft.com/office/drawing/2014/main" id="{4F0F2F50-42AA-256D-D923-80497AE1D0C8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46;p9">
              <a:extLst>
                <a:ext uri="{FF2B5EF4-FFF2-40B4-BE49-F238E27FC236}">
                  <a16:creationId xmlns:a16="http://schemas.microsoft.com/office/drawing/2014/main" id="{E6C6BC90-0F8E-61FD-397C-80F9D9039F5B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47;p9">
              <a:extLst>
                <a:ext uri="{FF2B5EF4-FFF2-40B4-BE49-F238E27FC236}">
                  <a16:creationId xmlns:a16="http://schemas.microsoft.com/office/drawing/2014/main" id="{27B5F642-04DF-1E12-032F-6909AE3694B5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48;p9">
              <a:extLst>
                <a:ext uri="{FF2B5EF4-FFF2-40B4-BE49-F238E27FC236}">
                  <a16:creationId xmlns:a16="http://schemas.microsoft.com/office/drawing/2014/main" id="{ACEAC85C-1F70-73FF-B4DE-57B1AB0C8EEF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49;p9">
              <a:extLst>
                <a:ext uri="{FF2B5EF4-FFF2-40B4-BE49-F238E27FC236}">
                  <a16:creationId xmlns:a16="http://schemas.microsoft.com/office/drawing/2014/main" id="{50E10F78-4258-5000-DBDC-1E7067D0E568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50;p9">
              <a:extLst>
                <a:ext uri="{FF2B5EF4-FFF2-40B4-BE49-F238E27FC236}">
                  <a16:creationId xmlns:a16="http://schemas.microsoft.com/office/drawing/2014/main" id="{8B944E81-D438-EEC5-F5F8-7119BB4665A4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51;p9">
              <a:extLst>
                <a:ext uri="{FF2B5EF4-FFF2-40B4-BE49-F238E27FC236}">
                  <a16:creationId xmlns:a16="http://schemas.microsoft.com/office/drawing/2014/main" id="{8358A414-13E6-B92D-A2FF-9365AB93A3E5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52;p9">
              <a:extLst>
                <a:ext uri="{FF2B5EF4-FFF2-40B4-BE49-F238E27FC236}">
                  <a16:creationId xmlns:a16="http://schemas.microsoft.com/office/drawing/2014/main" id="{2F8ECB28-3249-245E-74C8-B607FEF972AD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53;p9">
              <a:extLst>
                <a:ext uri="{FF2B5EF4-FFF2-40B4-BE49-F238E27FC236}">
                  <a16:creationId xmlns:a16="http://schemas.microsoft.com/office/drawing/2014/main" id="{50A9053A-FAF3-3E7F-824F-C0CD30F670A7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54;p9">
              <a:extLst>
                <a:ext uri="{FF2B5EF4-FFF2-40B4-BE49-F238E27FC236}">
                  <a16:creationId xmlns:a16="http://schemas.microsoft.com/office/drawing/2014/main" id="{C6F319F8-DE3C-5B90-01F0-2B15DEF66934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55;p9">
              <a:extLst>
                <a:ext uri="{FF2B5EF4-FFF2-40B4-BE49-F238E27FC236}">
                  <a16:creationId xmlns:a16="http://schemas.microsoft.com/office/drawing/2014/main" id="{24A82B0A-F55A-F799-D868-0F3997CF6666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56;p9">
              <a:extLst>
                <a:ext uri="{FF2B5EF4-FFF2-40B4-BE49-F238E27FC236}">
                  <a16:creationId xmlns:a16="http://schemas.microsoft.com/office/drawing/2014/main" id="{AE6A2904-3B1F-6F21-D914-2A59309A65F2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57;p9">
              <a:extLst>
                <a:ext uri="{FF2B5EF4-FFF2-40B4-BE49-F238E27FC236}">
                  <a16:creationId xmlns:a16="http://schemas.microsoft.com/office/drawing/2014/main" id="{3B38795F-B797-4453-D5B1-E41858E859A8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58;p9">
              <a:extLst>
                <a:ext uri="{FF2B5EF4-FFF2-40B4-BE49-F238E27FC236}">
                  <a16:creationId xmlns:a16="http://schemas.microsoft.com/office/drawing/2014/main" id="{1B4CD283-65B7-597D-AFFE-3BF045628AF9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59;p9">
              <a:extLst>
                <a:ext uri="{FF2B5EF4-FFF2-40B4-BE49-F238E27FC236}">
                  <a16:creationId xmlns:a16="http://schemas.microsoft.com/office/drawing/2014/main" id="{65C07764-16AB-FDD3-B0F8-AFB319635C71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60;p9">
              <a:extLst>
                <a:ext uri="{FF2B5EF4-FFF2-40B4-BE49-F238E27FC236}">
                  <a16:creationId xmlns:a16="http://schemas.microsoft.com/office/drawing/2014/main" id="{2550476E-811C-2A31-DCF9-F376AB0AD7D7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61;p9">
              <a:extLst>
                <a:ext uri="{FF2B5EF4-FFF2-40B4-BE49-F238E27FC236}">
                  <a16:creationId xmlns:a16="http://schemas.microsoft.com/office/drawing/2014/main" id="{372D49F4-5BF0-C6F9-7A06-B03B486992DE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62;p9">
              <a:extLst>
                <a:ext uri="{FF2B5EF4-FFF2-40B4-BE49-F238E27FC236}">
                  <a16:creationId xmlns:a16="http://schemas.microsoft.com/office/drawing/2014/main" id="{CF090FDC-902D-2F1B-19DD-86773395B056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63;p9">
              <a:extLst>
                <a:ext uri="{FF2B5EF4-FFF2-40B4-BE49-F238E27FC236}">
                  <a16:creationId xmlns:a16="http://schemas.microsoft.com/office/drawing/2014/main" id="{50BCE4CD-6E95-92E8-3DFC-4703652A0D14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64;p9">
              <a:extLst>
                <a:ext uri="{FF2B5EF4-FFF2-40B4-BE49-F238E27FC236}">
                  <a16:creationId xmlns:a16="http://schemas.microsoft.com/office/drawing/2014/main" id="{238E0321-FD37-54B0-A8AC-8956190BED59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65;p9">
              <a:extLst>
                <a:ext uri="{FF2B5EF4-FFF2-40B4-BE49-F238E27FC236}">
                  <a16:creationId xmlns:a16="http://schemas.microsoft.com/office/drawing/2014/main" id="{22162359-2799-29F6-C1E8-75AB49880B14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66;p9">
              <a:extLst>
                <a:ext uri="{FF2B5EF4-FFF2-40B4-BE49-F238E27FC236}">
                  <a16:creationId xmlns:a16="http://schemas.microsoft.com/office/drawing/2014/main" id="{9BF9AF53-5AEE-75C4-305E-0A3B803487EB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67;p9">
              <a:extLst>
                <a:ext uri="{FF2B5EF4-FFF2-40B4-BE49-F238E27FC236}">
                  <a16:creationId xmlns:a16="http://schemas.microsoft.com/office/drawing/2014/main" id="{86F49AB7-5738-0BA4-30C9-D584DE9E1FA5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68;p9">
              <a:extLst>
                <a:ext uri="{FF2B5EF4-FFF2-40B4-BE49-F238E27FC236}">
                  <a16:creationId xmlns:a16="http://schemas.microsoft.com/office/drawing/2014/main" id="{D730043D-A681-70FF-53A4-0FE42B9B1670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69;p9">
              <a:extLst>
                <a:ext uri="{FF2B5EF4-FFF2-40B4-BE49-F238E27FC236}">
                  <a16:creationId xmlns:a16="http://schemas.microsoft.com/office/drawing/2014/main" id="{A458000C-0E16-2CCD-AAA4-FC5653C393EE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70;p9">
              <a:extLst>
                <a:ext uri="{FF2B5EF4-FFF2-40B4-BE49-F238E27FC236}">
                  <a16:creationId xmlns:a16="http://schemas.microsoft.com/office/drawing/2014/main" id="{FA5EF640-5F58-1435-B6B6-971DB9A8B27E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71;p9">
              <a:extLst>
                <a:ext uri="{FF2B5EF4-FFF2-40B4-BE49-F238E27FC236}">
                  <a16:creationId xmlns:a16="http://schemas.microsoft.com/office/drawing/2014/main" id="{893F48D0-A75C-D101-10A3-BE9DE090339B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372;p9">
              <a:extLst>
                <a:ext uri="{FF2B5EF4-FFF2-40B4-BE49-F238E27FC236}">
                  <a16:creationId xmlns:a16="http://schemas.microsoft.com/office/drawing/2014/main" id="{D7CA44AB-AC64-DD33-C6D4-898019AA31F8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373;p9">
              <a:extLst>
                <a:ext uri="{FF2B5EF4-FFF2-40B4-BE49-F238E27FC236}">
                  <a16:creationId xmlns:a16="http://schemas.microsoft.com/office/drawing/2014/main" id="{105F4F50-BEC8-DB40-CA16-B914D7741378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74;p9">
              <a:extLst>
                <a:ext uri="{FF2B5EF4-FFF2-40B4-BE49-F238E27FC236}">
                  <a16:creationId xmlns:a16="http://schemas.microsoft.com/office/drawing/2014/main" id="{56C833F4-66FC-07EC-1440-C41776446D3F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75;p9">
              <a:extLst>
                <a:ext uri="{FF2B5EF4-FFF2-40B4-BE49-F238E27FC236}">
                  <a16:creationId xmlns:a16="http://schemas.microsoft.com/office/drawing/2014/main" id="{B6700F1B-9658-84F5-7CA7-32793F52209D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76;p9">
              <a:extLst>
                <a:ext uri="{FF2B5EF4-FFF2-40B4-BE49-F238E27FC236}">
                  <a16:creationId xmlns:a16="http://schemas.microsoft.com/office/drawing/2014/main" id="{37C7D192-91BF-7D30-3339-9B8703EA229F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77;p9">
              <a:extLst>
                <a:ext uri="{FF2B5EF4-FFF2-40B4-BE49-F238E27FC236}">
                  <a16:creationId xmlns:a16="http://schemas.microsoft.com/office/drawing/2014/main" id="{E155A369-DF94-CBB8-CF63-063B6A2A0937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78;p9">
              <a:extLst>
                <a:ext uri="{FF2B5EF4-FFF2-40B4-BE49-F238E27FC236}">
                  <a16:creationId xmlns:a16="http://schemas.microsoft.com/office/drawing/2014/main" id="{D64CF09F-15FA-CE37-6E58-61C4E3CFC9A9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79;p9">
              <a:extLst>
                <a:ext uri="{FF2B5EF4-FFF2-40B4-BE49-F238E27FC236}">
                  <a16:creationId xmlns:a16="http://schemas.microsoft.com/office/drawing/2014/main" id="{C6EAB772-8AC2-0F6A-E316-D8AA4800433E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80;p9">
              <a:extLst>
                <a:ext uri="{FF2B5EF4-FFF2-40B4-BE49-F238E27FC236}">
                  <a16:creationId xmlns:a16="http://schemas.microsoft.com/office/drawing/2014/main" id="{A4C7A2B8-FA75-5BCC-CDD0-BD62EF70EEAF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81;p9">
              <a:extLst>
                <a:ext uri="{FF2B5EF4-FFF2-40B4-BE49-F238E27FC236}">
                  <a16:creationId xmlns:a16="http://schemas.microsoft.com/office/drawing/2014/main" id="{DB610088-21A4-F858-5AD3-8FA47A32D0A8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82;p9">
              <a:extLst>
                <a:ext uri="{FF2B5EF4-FFF2-40B4-BE49-F238E27FC236}">
                  <a16:creationId xmlns:a16="http://schemas.microsoft.com/office/drawing/2014/main" id="{F88BF5E9-517D-C729-16A4-78006571CFA3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83;p9">
              <a:extLst>
                <a:ext uri="{FF2B5EF4-FFF2-40B4-BE49-F238E27FC236}">
                  <a16:creationId xmlns:a16="http://schemas.microsoft.com/office/drawing/2014/main" id="{4A4915C2-B9DB-0B07-CFC2-BFF370BBDDDC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84;p9">
              <a:extLst>
                <a:ext uri="{FF2B5EF4-FFF2-40B4-BE49-F238E27FC236}">
                  <a16:creationId xmlns:a16="http://schemas.microsoft.com/office/drawing/2014/main" id="{2317F3EC-4381-8EFD-D064-06F3FFC21AE5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85;p9">
              <a:extLst>
                <a:ext uri="{FF2B5EF4-FFF2-40B4-BE49-F238E27FC236}">
                  <a16:creationId xmlns:a16="http://schemas.microsoft.com/office/drawing/2014/main" id="{B1F3976B-2350-85F8-3D68-6155AC325AB4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86;p9">
              <a:extLst>
                <a:ext uri="{FF2B5EF4-FFF2-40B4-BE49-F238E27FC236}">
                  <a16:creationId xmlns:a16="http://schemas.microsoft.com/office/drawing/2014/main" id="{2E15461E-C36E-2B02-07BF-33BF309978A7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87;p9">
              <a:extLst>
                <a:ext uri="{FF2B5EF4-FFF2-40B4-BE49-F238E27FC236}">
                  <a16:creationId xmlns:a16="http://schemas.microsoft.com/office/drawing/2014/main" id="{30F07157-2679-D8C5-C794-B155E8B5BB5B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88;p9">
              <a:extLst>
                <a:ext uri="{FF2B5EF4-FFF2-40B4-BE49-F238E27FC236}">
                  <a16:creationId xmlns:a16="http://schemas.microsoft.com/office/drawing/2014/main" id="{6A6E8D98-565C-4152-9EE7-7BD9E561FEE8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89;p9">
              <a:extLst>
                <a:ext uri="{FF2B5EF4-FFF2-40B4-BE49-F238E27FC236}">
                  <a16:creationId xmlns:a16="http://schemas.microsoft.com/office/drawing/2014/main" id="{D9611F19-35CA-F677-599F-633ED38AA721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90;p9">
              <a:extLst>
                <a:ext uri="{FF2B5EF4-FFF2-40B4-BE49-F238E27FC236}">
                  <a16:creationId xmlns:a16="http://schemas.microsoft.com/office/drawing/2014/main" id="{639BDDEA-BDAF-C526-1C41-DE36AF01EF20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91;p9">
              <a:extLst>
                <a:ext uri="{FF2B5EF4-FFF2-40B4-BE49-F238E27FC236}">
                  <a16:creationId xmlns:a16="http://schemas.microsoft.com/office/drawing/2014/main" id="{5AC28027-C1D0-8169-9430-8D27E890C9FC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92;p9">
              <a:extLst>
                <a:ext uri="{FF2B5EF4-FFF2-40B4-BE49-F238E27FC236}">
                  <a16:creationId xmlns:a16="http://schemas.microsoft.com/office/drawing/2014/main" id="{A4733F6C-84BD-3572-9B26-FAC1C7D5418D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93;p9">
              <a:extLst>
                <a:ext uri="{FF2B5EF4-FFF2-40B4-BE49-F238E27FC236}">
                  <a16:creationId xmlns:a16="http://schemas.microsoft.com/office/drawing/2014/main" id="{774574EC-BB30-50C6-22A6-EEE6ECFB8F0A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94;p9">
              <a:extLst>
                <a:ext uri="{FF2B5EF4-FFF2-40B4-BE49-F238E27FC236}">
                  <a16:creationId xmlns:a16="http://schemas.microsoft.com/office/drawing/2014/main" id="{1DEAF717-10C4-F917-9A88-5431B5BD1DE4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95;p9">
              <a:extLst>
                <a:ext uri="{FF2B5EF4-FFF2-40B4-BE49-F238E27FC236}">
                  <a16:creationId xmlns:a16="http://schemas.microsoft.com/office/drawing/2014/main" id="{6E3E9237-31F0-0A3D-A045-7B310AF6B383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8" name="Google Shape;339;p9">
            <a:extLst>
              <a:ext uri="{FF2B5EF4-FFF2-40B4-BE49-F238E27FC236}">
                <a16:creationId xmlns:a16="http://schemas.microsoft.com/office/drawing/2014/main" id="{1DB06E33-A843-5187-AD13-16FD215F94C9}"/>
              </a:ext>
            </a:extLst>
          </p:cNvPr>
          <p:cNvGrpSpPr/>
          <p:nvPr userDrawn="1"/>
        </p:nvGrpSpPr>
        <p:grpSpPr>
          <a:xfrm flipV="1">
            <a:off x="45094" y="258"/>
            <a:ext cx="6615323" cy="5904962"/>
            <a:chOff x="9" y="479723"/>
            <a:chExt cx="4811899" cy="4649000"/>
          </a:xfrm>
          <a:solidFill>
            <a:srgbClr val="079393">
              <a:alpha val="15000"/>
            </a:srgbClr>
          </a:solidFill>
        </p:grpSpPr>
        <p:sp>
          <p:nvSpPr>
            <p:cNvPr id="89" name="Google Shape;340;p9">
              <a:extLst>
                <a:ext uri="{FF2B5EF4-FFF2-40B4-BE49-F238E27FC236}">
                  <a16:creationId xmlns:a16="http://schemas.microsoft.com/office/drawing/2014/main" id="{EF18956E-53E3-661C-9856-CF099F47BD9F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41;p9">
              <a:extLst>
                <a:ext uri="{FF2B5EF4-FFF2-40B4-BE49-F238E27FC236}">
                  <a16:creationId xmlns:a16="http://schemas.microsoft.com/office/drawing/2014/main" id="{565446FA-5B46-F753-04DA-A8D43F8D60DF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42;p9">
              <a:extLst>
                <a:ext uri="{FF2B5EF4-FFF2-40B4-BE49-F238E27FC236}">
                  <a16:creationId xmlns:a16="http://schemas.microsoft.com/office/drawing/2014/main" id="{D637BEE2-34AF-D88F-29A4-4DA6A6CAFA3D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43;p9">
              <a:extLst>
                <a:ext uri="{FF2B5EF4-FFF2-40B4-BE49-F238E27FC236}">
                  <a16:creationId xmlns:a16="http://schemas.microsoft.com/office/drawing/2014/main" id="{5809F77D-76A1-792C-E1A5-891D95F79636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44;p9">
              <a:extLst>
                <a:ext uri="{FF2B5EF4-FFF2-40B4-BE49-F238E27FC236}">
                  <a16:creationId xmlns:a16="http://schemas.microsoft.com/office/drawing/2014/main" id="{A12D4B5A-6970-5DD7-A6A1-1AAFBA4EF65A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45;p9">
              <a:extLst>
                <a:ext uri="{FF2B5EF4-FFF2-40B4-BE49-F238E27FC236}">
                  <a16:creationId xmlns:a16="http://schemas.microsoft.com/office/drawing/2014/main" id="{4F623DFF-B1AC-13DE-F2A4-3372526C354B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46;p9">
              <a:extLst>
                <a:ext uri="{FF2B5EF4-FFF2-40B4-BE49-F238E27FC236}">
                  <a16:creationId xmlns:a16="http://schemas.microsoft.com/office/drawing/2014/main" id="{7AAE017B-9EB9-1373-EEC9-AC06524693D1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47;p9">
              <a:extLst>
                <a:ext uri="{FF2B5EF4-FFF2-40B4-BE49-F238E27FC236}">
                  <a16:creationId xmlns:a16="http://schemas.microsoft.com/office/drawing/2014/main" id="{B880D8A9-3818-4786-FD68-32CA2C9B33D5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48;p9">
              <a:extLst>
                <a:ext uri="{FF2B5EF4-FFF2-40B4-BE49-F238E27FC236}">
                  <a16:creationId xmlns:a16="http://schemas.microsoft.com/office/drawing/2014/main" id="{B2ACCEB4-A3B7-176A-9FB6-BE71E378EC76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49;p9">
              <a:extLst>
                <a:ext uri="{FF2B5EF4-FFF2-40B4-BE49-F238E27FC236}">
                  <a16:creationId xmlns:a16="http://schemas.microsoft.com/office/drawing/2014/main" id="{0350A950-DB9D-BAF6-13B2-431B1348BF9F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50;p9">
              <a:extLst>
                <a:ext uri="{FF2B5EF4-FFF2-40B4-BE49-F238E27FC236}">
                  <a16:creationId xmlns:a16="http://schemas.microsoft.com/office/drawing/2014/main" id="{94279C0A-D8CA-5CF6-BFF9-F10230FABDD1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51;p9">
              <a:extLst>
                <a:ext uri="{FF2B5EF4-FFF2-40B4-BE49-F238E27FC236}">
                  <a16:creationId xmlns:a16="http://schemas.microsoft.com/office/drawing/2014/main" id="{0A7D3AF0-F23A-E9DC-1659-ED016DD7A4B3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52;p9">
              <a:extLst>
                <a:ext uri="{FF2B5EF4-FFF2-40B4-BE49-F238E27FC236}">
                  <a16:creationId xmlns:a16="http://schemas.microsoft.com/office/drawing/2014/main" id="{6A85BEC0-722F-41F6-67E8-C6C2C6263983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53;p9">
              <a:extLst>
                <a:ext uri="{FF2B5EF4-FFF2-40B4-BE49-F238E27FC236}">
                  <a16:creationId xmlns:a16="http://schemas.microsoft.com/office/drawing/2014/main" id="{DFAC30DC-0751-AC3A-2D70-4EA6F4A11B7E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54;p9">
              <a:extLst>
                <a:ext uri="{FF2B5EF4-FFF2-40B4-BE49-F238E27FC236}">
                  <a16:creationId xmlns:a16="http://schemas.microsoft.com/office/drawing/2014/main" id="{3D1E9DF7-1450-17E8-6B58-144C3EC6492A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55;p9">
              <a:extLst>
                <a:ext uri="{FF2B5EF4-FFF2-40B4-BE49-F238E27FC236}">
                  <a16:creationId xmlns:a16="http://schemas.microsoft.com/office/drawing/2014/main" id="{7DFD913C-E55D-AD76-4DAC-13F452E09992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56;p9">
              <a:extLst>
                <a:ext uri="{FF2B5EF4-FFF2-40B4-BE49-F238E27FC236}">
                  <a16:creationId xmlns:a16="http://schemas.microsoft.com/office/drawing/2014/main" id="{8D3A7DD8-F011-FB1D-3D38-C6B34E0A1B6A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57;p9">
              <a:extLst>
                <a:ext uri="{FF2B5EF4-FFF2-40B4-BE49-F238E27FC236}">
                  <a16:creationId xmlns:a16="http://schemas.microsoft.com/office/drawing/2014/main" id="{5F58EB7E-960E-7370-CB4C-B6E6AFC1BB8C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58;p9">
              <a:extLst>
                <a:ext uri="{FF2B5EF4-FFF2-40B4-BE49-F238E27FC236}">
                  <a16:creationId xmlns:a16="http://schemas.microsoft.com/office/drawing/2014/main" id="{DB5311EF-C4C7-502F-6F7D-BFCEED204BA8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59;p9">
              <a:extLst>
                <a:ext uri="{FF2B5EF4-FFF2-40B4-BE49-F238E27FC236}">
                  <a16:creationId xmlns:a16="http://schemas.microsoft.com/office/drawing/2014/main" id="{D6ED1036-6386-13E2-9C2F-D4A4A4C59F68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60;p9">
              <a:extLst>
                <a:ext uri="{FF2B5EF4-FFF2-40B4-BE49-F238E27FC236}">
                  <a16:creationId xmlns:a16="http://schemas.microsoft.com/office/drawing/2014/main" id="{AF632811-F8EB-BFD9-F3C6-1BC7C3CACAD1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61;p9">
              <a:extLst>
                <a:ext uri="{FF2B5EF4-FFF2-40B4-BE49-F238E27FC236}">
                  <a16:creationId xmlns:a16="http://schemas.microsoft.com/office/drawing/2014/main" id="{CAE63BFA-3835-73BE-ED86-5339C7A0903D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62;p9">
              <a:extLst>
                <a:ext uri="{FF2B5EF4-FFF2-40B4-BE49-F238E27FC236}">
                  <a16:creationId xmlns:a16="http://schemas.microsoft.com/office/drawing/2014/main" id="{CC59C9BE-29EF-6395-DFFD-E6ACE4608743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63;p9">
              <a:extLst>
                <a:ext uri="{FF2B5EF4-FFF2-40B4-BE49-F238E27FC236}">
                  <a16:creationId xmlns:a16="http://schemas.microsoft.com/office/drawing/2014/main" id="{EA83458F-C764-6326-3E05-B87008ADD63B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64;p9">
              <a:extLst>
                <a:ext uri="{FF2B5EF4-FFF2-40B4-BE49-F238E27FC236}">
                  <a16:creationId xmlns:a16="http://schemas.microsoft.com/office/drawing/2014/main" id="{2F9D3009-E063-860B-9353-168E83E23CD2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65;p9">
              <a:extLst>
                <a:ext uri="{FF2B5EF4-FFF2-40B4-BE49-F238E27FC236}">
                  <a16:creationId xmlns:a16="http://schemas.microsoft.com/office/drawing/2014/main" id="{6808B16C-4BE8-2673-5D1C-9A30FC826F30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66;p9">
              <a:extLst>
                <a:ext uri="{FF2B5EF4-FFF2-40B4-BE49-F238E27FC236}">
                  <a16:creationId xmlns:a16="http://schemas.microsoft.com/office/drawing/2014/main" id="{CCEBFD61-41A3-E1A8-FAAE-1B66277EA530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67;p9">
              <a:extLst>
                <a:ext uri="{FF2B5EF4-FFF2-40B4-BE49-F238E27FC236}">
                  <a16:creationId xmlns:a16="http://schemas.microsoft.com/office/drawing/2014/main" id="{ABECB751-EE10-41A8-42AD-D7D7BA2A0E46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68;p9">
              <a:extLst>
                <a:ext uri="{FF2B5EF4-FFF2-40B4-BE49-F238E27FC236}">
                  <a16:creationId xmlns:a16="http://schemas.microsoft.com/office/drawing/2014/main" id="{6D4DB609-00A1-3179-23D5-0CBD55B60139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69;p9">
              <a:extLst>
                <a:ext uri="{FF2B5EF4-FFF2-40B4-BE49-F238E27FC236}">
                  <a16:creationId xmlns:a16="http://schemas.microsoft.com/office/drawing/2014/main" id="{A1F05AA8-2C60-E15F-3930-6F73FB55CB76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70;p9">
              <a:extLst>
                <a:ext uri="{FF2B5EF4-FFF2-40B4-BE49-F238E27FC236}">
                  <a16:creationId xmlns:a16="http://schemas.microsoft.com/office/drawing/2014/main" id="{A7A8EBF9-2D4A-F5AD-3849-EAC60840D78D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71;p9">
              <a:extLst>
                <a:ext uri="{FF2B5EF4-FFF2-40B4-BE49-F238E27FC236}">
                  <a16:creationId xmlns:a16="http://schemas.microsoft.com/office/drawing/2014/main" id="{2191204C-0BA6-2DBF-E97F-84F6EA10C0D7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372;p9">
              <a:extLst>
                <a:ext uri="{FF2B5EF4-FFF2-40B4-BE49-F238E27FC236}">
                  <a16:creationId xmlns:a16="http://schemas.microsoft.com/office/drawing/2014/main" id="{3F686ECB-776A-8BAF-0483-3CE98342C946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373;p9">
              <a:extLst>
                <a:ext uri="{FF2B5EF4-FFF2-40B4-BE49-F238E27FC236}">
                  <a16:creationId xmlns:a16="http://schemas.microsoft.com/office/drawing/2014/main" id="{4F656BD2-A4CA-E55E-73EB-F9C28C71D31C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374;p9">
              <a:extLst>
                <a:ext uri="{FF2B5EF4-FFF2-40B4-BE49-F238E27FC236}">
                  <a16:creationId xmlns:a16="http://schemas.microsoft.com/office/drawing/2014/main" id="{4066AF72-132F-BE74-5987-E17E2E964204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375;p9">
              <a:extLst>
                <a:ext uri="{FF2B5EF4-FFF2-40B4-BE49-F238E27FC236}">
                  <a16:creationId xmlns:a16="http://schemas.microsoft.com/office/drawing/2014/main" id="{4EA574B4-3498-FDC7-BE82-943470958FB8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376;p9">
              <a:extLst>
                <a:ext uri="{FF2B5EF4-FFF2-40B4-BE49-F238E27FC236}">
                  <a16:creationId xmlns:a16="http://schemas.microsoft.com/office/drawing/2014/main" id="{CECDA170-8FC3-C456-9840-B420F826D769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377;p9">
              <a:extLst>
                <a:ext uri="{FF2B5EF4-FFF2-40B4-BE49-F238E27FC236}">
                  <a16:creationId xmlns:a16="http://schemas.microsoft.com/office/drawing/2014/main" id="{AA17E8CD-239B-63A2-2BB2-10F775F66183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378;p9">
              <a:extLst>
                <a:ext uri="{FF2B5EF4-FFF2-40B4-BE49-F238E27FC236}">
                  <a16:creationId xmlns:a16="http://schemas.microsoft.com/office/drawing/2014/main" id="{BE7899FD-A941-8521-06D5-B84A0BF1C8DE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379;p9">
              <a:extLst>
                <a:ext uri="{FF2B5EF4-FFF2-40B4-BE49-F238E27FC236}">
                  <a16:creationId xmlns:a16="http://schemas.microsoft.com/office/drawing/2014/main" id="{143E0521-D6DA-402D-CE8C-5BD16A5E87B8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380;p9">
              <a:extLst>
                <a:ext uri="{FF2B5EF4-FFF2-40B4-BE49-F238E27FC236}">
                  <a16:creationId xmlns:a16="http://schemas.microsoft.com/office/drawing/2014/main" id="{F7B8CC26-AA07-F9AE-4FB2-A513685784CB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381;p9">
              <a:extLst>
                <a:ext uri="{FF2B5EF4-FFF2-40B4-BE49-F238E27FC236}">
                  <a16:creationId xmlns:a16="http://schemas.microsoft.com/office/drawing/2014/main" id="{7F0066EC-D970-A981-EC2C-2667880F15EF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382;p9">
              <a:extLst>
                <a:ext uri="{FF2B5EF4-FFF2-40B4-BE49-F238E27FC236}">
                  <a16:creationId xmlns:a16="http://schemas.microsoft.com/office/drawing/2014/main" id="{AD0032B8-EC78-25C3-6C55-71D0A13B3ECB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383;p9">
              <a:extLst>
                <a:ext uri="{FF2B5EF4-FFF2-40B4-BE49-F238E27FC236}">
                  <a16:creationId xmlns:a16="http://schemas.microsoft.com/office/drawing/2014/main" id="{E19456DD-C106-5915-C02E-1DF6610955B0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384;p9">
              <a:extLst>
                <a:ext uri="{FF2B5EF4-FFF2-40B4-BE49-F238E27FC236}">
                  <a16:creationId xmlns:a16="http://schemas.microsoft.com/office/drawing/2014/main" id="{6108E76A-66F2-500B-2BDA-0F0AC1BBE28D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385;p9">
              <a:extLst>
                <a:ext uri="{FF2B5EF4-FFF2-40B4-BE49-F238E27FC236}">
                  <a16:creationId xmlns:a16="http://schemas.microsoft.com/office/drawing/2014/main" id="{F44AACDC-B6E3-FECD-A6D3-22CF418A4C11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386;p9">
              <a:extLst>
                <a:ext uri="{FF2B5EF4-FFF2-40B4-BE49-F238E27FC236}">
                  <a16:creationId xmlns:a16="http://schemas.microsoft.com/office/drawing/2014/main" id="{509D6AB1-FF60-ADBC-4F70-0FFDC1A7CA50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387;p9">
              <a:extLst>
                <a:ext uri="{FF2B5EF4-FFF2-40B4-BE49-F238E27FC236}">
                  <a16:creationId xmlns:a16="http://schemas.microsoft.com/office/drawing/2014/main" id="{A2B3F266-4A30-B65E-24CF-95774C9EC98B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388;p9">
              <a:extLst>
                <a:ext uri="{FF2B5EF4-FFF2-40B4-BE49-F238E27FC236}">
                  <a16:creationId xmlns:a16="http://schemas.microsoft.com/office/drawing/2014/main" id="{6D6EDED9-3F53-D16F-1DB2-1EF23D84011E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389;p9">
              <a:extLst>
                <a:ext uri="{FF2B5EF4-FFF2-40B4-BE49-F238E27FC236}">
                  <a16:creationId xmlns:a16="http://schemas.microsoft.com/office/drawing/2014/main" id="{1E687F83-3B43-F029-DDD3-3FE9E71A0C5F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390;p9">
              <a:extLst>
                <a:ext uri="{FF2B5EF4-FFF2-40B4-BE49-F238E27FC236}">
                  <a16:creationId xmlns:a16="http://schemas.microsoft.com/office/drawing/2014/main" id="{FC7AEF9C-CDBF-6660-CD2E-BA41C131600F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391;p9">
              <a:extLst>
                <a:ext uri="{FF2B5EF4-FFF2-40B4-BE49-F238E27FC236}">
                  <a16:creationId xmlns:a16="http://schemas.microsoft.com/office/drawing/2014/main" id="{EE6CDB0E-B032-1311-7461-F52304960E7E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392;p9">
              <a:extLst>
                <a:ext uri="{FF2B5EF4-FFF2-40B4-BE49-F238E27FC236}">
                  <a16:creationId xmlns:a16="http://schemas.microsoft.com/office/drawing/2014/main" id="{3EB46802-B3C2-2C21-B3D2-C8B9098D2724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393;p9">
              <a:extLst>
                <a:ext uri="{FF2B5EF4-FFF2-40B4-BE49-F238E27FC236}">
                  <a16:creationId xmlns:a16="http://schemas.microsoft.com/office/drawing/2014/main" id="{E9A0480C-09B4-AD8E-86BD-C8277B5B7195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394;p9">
              <a:extLst>
                <a:ext uri="{FF2B5EF4-FFF2-40B4-BE49-F238E27FC236}">
                  <a16:creationId xmlns:a16="http://schemas.microsoft.com/office/drawing/2014/main" id="{1151F59F-F7A7-7CBF-CBDE-578C9DFC0888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395;p9">
              <a:extLst>
                <a:ext uri="{FF2B5EF4-FFF2-40B4-BE49-F238E27FC236}">
                  <a16:creationId xmlns:a16="http://schemas.microsoft.com/office/drawing/2014/main" id="{31590794-9E5B-8B70-B8D3-F3319EA9A93F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2E3A5AA-AE2A-469A-12F1-58D9686937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71868" y="708866"/>
            <a:ext cx="2042023" cy="20420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28092368-0B49-2382-A0CC-FC63612496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71868" y="4150566"/>
            <a:ext cx="2042023" cy="20420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E10FC7E5-B189-9797-F87E-1CD5242BCF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4941" y="708866"/>
            <a:ext cx="2042023" cy="20420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34985E81-52B3-1088-932B-197D1931D0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4941" y="4150566"/>
            <a:ext cx="2042023" cy="20420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02A8EA7-DCEB-9A22-9B85-085664BE3D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9100" y="1139769"/>
            <a:ext cx="1914984" cy="12106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IranNastaliq" panose="02020505000000020003" pitchFamily="18" charset="0"/>
                <a:cs typeface="B Mitra" panose="00000400000000000000" pitchFamily="2" charset="-78"/>
              </a:defRPr>
            </a:lvl1pPr>
            <a:lvl3pPr algn="just" rtl="1">
              <a:defRPr>
                <a:cs typeface="B Nazanin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C5914D22-8CD7-480E-E24B-8293A93101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8156" y="1139769"/>
            <a:ext cx="1914984" cy="12106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IranNastaliq" panose="02020505000000020003" pitchFamily="18" charset="0"/>
                <a:cs typeface="B Mitra" panose="00000400000000000000" pitchFamily="2" charset="-78"/>
              </a:defRPr>
            </a:lvl1pPr>
            <a:lvl3pPr algn="just" rtl="1">
              <a:defRPr>
                <a:cs typeface="B Nazanin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E654B08A-E810-8366-8340-E9B7AF209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9100" y="4556974"/>
            <a:ext cx="1914984" cy="12106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IranNastaliq" panose="02020505000000020003" pitchFamily="18" charset="0"/>
                <a:cs typeface="B Mitra" panose="00000400000000000000" pitchFamily="2" charset="-78"/>
              </a:defRPr>
            </a:lvl1pPr>
            <a:lvl3pPr algn="just" rtl="1">
              <a:defRPr>
                <a:cs typeface="B Nazanin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1A1BE8EA-F2E2-39F6-02EA-74E2E62F7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8156" y="4556974"/>
            <a:ext cx="1914984" cy="12106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  <a:latin typeface="IranNastaliq" panose="02020505000000020003" pitchFamily="18" charset="0"/>
                <a:cs typeface="B Mitra" panose="00000400000000000000" pitchFamily="2" charset="-78"/>
              </a:defRPr>
            </a:lvl1pPr>
            <a:lvl3pPr algn="just" rtl="1">
              <a:defRPr>
                <a:cs typeface="B Nazanin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4FFFA800-3B02-3091-0231-FA43CFD34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94999" y="3009900"/>
            <a:ext cx="6002002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را بنویسید</a:t>
            </a:r>
          </a:p>
        </p:txBody>
      </p:sp>
    </p:spTree>
    <p:extLst>
      <p:ext uri="{BB962C8B-B14F-4D97-AF65-F5344CB8AC3E}">
        <p14:creationId xmlns:p14="http://schemas.microsoft.com/office/powerpoint/2010/main" val="895287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120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3348B781-9CE2-423A-21D4-F75FAA6717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201" y="3729071"/>
            <a:ext cx="10261599" cy="10136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chemeClr val="bg1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58C185C-A25A-363D-2587-E64FC9817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5201" y="4859180"/>
            <a:ext cx="10261599" cy="16178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="1" baseline="0">
                <a:solidFill>
                  <a:schemeClr val="bg1"/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b="1">
                <a:solidFill>
                  <a:schemeClr val="bg1"/>
                </a:solidFill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b="1">
                <a:solidFill>
                  <a:schemeClr val="bg1"/>
                </a:solidFill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4178758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icture Placeholder 4">
            <a:extLst>
              <a:ext uri="{FF2B5EF4-FFF2-40B4-BE49-F238E27FC236}">
                <a16:creationId xmlns:a16="http://schemas.microsoft.com/office/drawing/2014/main" id="{1E7C0F1E-2E5E-4C2B-BCAC-4F25661282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00893" y="1249783"/>
            <a:ext cx="4358434" cy="43584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203200" sx="102000" sy="102000" algn="ctr" rotWithShape="0">
              <a:prstClr val="black">
                <a:alpha val="23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3" name="Text Placeholder 13">
            <a:extLst>
              <a:ext uri="{FF2B5EF4-FFF2-40B4-BE49-F238E27FC236}">
                <a16:creationId xmlns:a16="http://schemas.microsoft.com/office/drawing/2014/main" id="{E37BE8C4-F386-7312-5BBB-9BC6A83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2673" y="1022326"/>
            <a:ext cx="5671327" cy="7403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chemeClr val="bg1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124" name="Text Placeholder 15">
            <a:extLst>
              <a:ext uri="{FF2B5EF4-FFF2-40B4-BE49-F238E27FC236}">
                <a16:creationId xmlns:a16="http://schemas.microsoft.com/office/drawing/2014/main" id="{E2FA08C5-88C2-7F72-8934-D64662FCC4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2673" y="2051738"/>
            <a:ext cx="5671327" cy="38896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="1" baseline="0">
                <a:solidFill>
                  <a:schemeClr val="bg1"/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b="1">
                <a:solidFill>
                  <a:schemeClr val="bg1"/>
                </a:solidFill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b="1">
                <a:solidFill>
                  <a:schemeClr val="bg1"/>
                </a:solidFill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2999822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0793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339;p9"/>
          <p:cNvGrpSpPr/>
          <p:nvPr userDrawn="1"/>
        </p:nvGrpSpPr>
        <p:grpSpPr>
          <a:xfrm flipH="1">
            <a:off x="6049765" y="1355629"/>
            <a:ext cx="6142229" cy="5482669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13" name="Google Shape;340;p9"/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1;p9"/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2;p9"/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3;p9"/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4;p9"/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45;p9"/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46;p9"/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47;p9"/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48;p9"/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49;p9"/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0;p9"/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1;p9"/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2;p9"/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3;p9"/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4;p9"/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55;p9"/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56;p9"/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57;p9"/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58;p9"/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59;p9"/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0;p9"/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1;p9"/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2;p9"/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3;p9"/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4;p9"/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65;p9"/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66;p9"/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67;p9"/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68;p9"/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69;p9"/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0;p9"/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1;p9"/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2;p9"/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3;p9"/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4;p9"/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75;p9"/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76;p9"/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77;p9"/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78;p9"/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79;p9"/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0;p9"/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1;p9"/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2;p9"/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3;p9"/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4;p9"/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85;p9"/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86;p9"/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87;p9"/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88;p9"/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89;p9"/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0;p9"/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391;p9"/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392;p9"/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93;p9"/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94;p9"/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95;p9"/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135014" y="1022326"/>
            <a:ext cx="7500986" cy="7403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chemeClr val="bg1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69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1135014" y="2051738"/>
            <a:ext cx="7500986" cy="38896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="1" baseline="0">
                <a:solidFill>
                  <a:schemeClr val="bg1"/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b="1">
                <a:solidFill>
                  <a:schemeClr val="bg1"/>
                </a:solidFill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b="1">
                <a:solidFill>
                  <a:schemeClr val="bg1"/>
                </a:solidFill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  <p:grpSp>
        <p:nvGrpSpPr>
          <p:cNvPr id="2" name="Google Shape;339;p9">
            <a:extLst>
              <a:ext uri="{FF2B5EF4-FFF2-40B4-BE49-F238E27FC236}">
                <a16:creationId xmlns:a16="http://schemas.microsoft.com/office/drawing/2014/main" id="{1BCB9434-B142-8156-80B9-8965EC4CE14A}"/>
              </a:ext>
            </a:extLst>
          </p:cNvPr>
          <p:cNvGrpSpPr/>
          <p:nvPr userDrawn="1"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3" name="Google Shape;340;p9">
              <a:extLst>
                <a:ext uri="{FF2B5EF4-FFF2-40B4-BE49-F238E27FC236}">
                  <a16:creationId xmlns:a16="http://schemas.microsoft.com/office/drawing/2014/main" id="{52603A3B-708E-B8AB-7F1D-84695725CC18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" name="Google Shape;341;p9">
              <a:extLst>
                <a:ext uri="{FF2B5EF4-FFF2-40B4-BE49-F238E27FC236}">
                  <a16:creationId xmlns:a16="http://schemas.microsoft.com/office/drawing/2014/main" id="{90505E49-8CE5-BB83-6CFD-6A9533B0C350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342;p9">
              <a:extLst>
                <a:ext uri="{FF2B5EF4-FFF2-40B4-BE49-F238E27FC236}">
                  <a16:creationId xmlns:a16="http://schemas.microsoft.com/office/drawing/2014/main" id="{9E8D3879-AC2F-8E5A-DCD8-624F815B560F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3;p9">
              <a:extLst>
                <a:ext uri="{FF2B5EF4-FFF2-40B4-BE49-F238E27FC236}">
                  <a16:creationId xmlns:a16="http://schemas.microsoft.com/office/drawing/2014/main" id="{0B1C5318-6EC3-6EB4-5688-13B2B9AE2FF0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4;p9">
              <a:extLst>
                <a:ext uri="{FF2B5EF4-FFF2-40B4-BE49-F238E27FC236}">
                  <a16:creationId xmlns:a16="http://schemas.microsoft.com/office/drawing/2014/main" id="{19C219C3-26E7-C446-8DC2-B6914C7DB178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5;p9">
              <a:extLst>
                <a:ext uri="{FF2B5EF4-FFF2-40B4-BE49-F238E27FC236}">
                  <a16:creationId xmlns:a16="http://schemas.microsoft.com/office/drawing/2014/main" id="{4B2408C2-CA7F-504B-B259-DF3579A913AE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6;p9">
              <a:extLst>
                <a:ext uri="{FF2B5EF4-FFF2-40B4-BE49-F238E27FC236}">
                  <a16:creationId xmlns:a16="http://schemas.microsoft.com/office/drawing/2014/main" id="{F5D77C25-4E06-913A-7147-72D08516FEA5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7;p9">
              <a:extLst>
                <a:ext uri="{FF2B5EF4-FFF2-40B4-BE49-F238E27FC236}">
                  <a16:creationId xmlns:a16="http://schemas.microsoft.com/office/drawing/2014/main" id="{7274CEE2-AAAF-4422-36C2-4B21E940FF1B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48;p9">
              <a:extLst>
                <a:ext uri="{FF2B5EF4-FFF2-40B4-BE49-F238E27FC236}">
                  <a16:creationId xmlns:a16="http://schemas.microsoft.com/office/drawing/2014/main" id="{1672F844-CBA6-4C69-8742-3E09CBB391D1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49;p9">
              <a:extLst>
                <a:ext uri="{FF2B5EF4-FFF2-40B4-BE49-F238E27FC236}">
                  <a16:creationId xmlns:a16="http://schemas.microsoft.com/office/drawing/2014/main" id="{94774206-0643-49EB-6FCE-E4E4E2B908FD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0;p9">
              <a:extLst>
                <a:ext uri="{FF2B5EF4-FFF2-40B4-BE49-F238E27FC236}">
                  <a16:creationId xmlns:a16="http://schemas.microsoft.com/office/drawing/2014/main" id="{72391ACF-2323-326B-D3F9-C4E97A3A8E41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1;p9">
              <a:extLst>
                <a:ext uri="{FF2B5EF4-FFF2-40B4-BE49-F238E27FC236}">
                  <a16:creationId xmlns:a16="http://schemas.microsoft.com/office/drawing/2014/main" id="{52E969CE-B5F5-7D5E-9AE1-466E0F96457F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2;p9">
              <a:extLst>
                <a:ext uri="{FF2B5EF4-FFF2-40B4-BE49-F238E27FC236}">
                  <a16:creationId xmlns:a16="http://schemas.microsoft.com/office/drawing/2014/main" id="{12A32D74-0257-AB01-44FC-BD8D7B665807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3;p9">
              <a:extLst>
                <a:ext uri="{FF2B5EF4-FFF2-40B4-BE49-F238E27FC236}">
                  <a16:creationId xmlns:a16="http://schemas.microsoft.com/office/drawing/2014/main" id="{D3462387-F70E-A9DA-6391-DDD31D8C52C5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4;p9">
              <a:extLst>
                <a:ext uri="{FF2B5EF4-FFF2-40B4-BE49-F238E27FC236}">
                  <a16:creationId xmlns:a16="http://schemas.microsoft.com/office/drawing/2014/main" id="{38F6DCC9-B1F5-4695-E445-532E05715EA3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5;p9">
              <a:extLst>
                <a:ext uri="{FF2B5EF4-FFF2-40B4-BE49-F238E27FC236}">
                  <a16:creationId xmlns:a16="http://schemas.microsoft.com/office/drawing/2014/main" id="{CBD0B5E2-8F16-72DA-770F-53E1074A6A4B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6;p9">
              <a:extLst>
                <a:ext uri="{FF2B5EF4-FFF2-40B4-BE49-F238E27FC236}">
                  <a16:creationId xmlns:a16="http://schemas.microsoft.com/office/drawing/2014/main" id="{8BAA373F-358B-A003-DD73-0B5E9863A5F0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7;p9">
              <a:extLst>
                <a:ext uri="{FF2B5EF4-FFF2-40B4-BE49-F238E27FC236}">
                  <a16:creationId xmlns:a16="http://schemas.microsoft.com/office/drawing/2014/main" id="{3366AB18-E286-3682-BC2B-2CB4B6E23520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58;p9">
              <a:extLst>
                <a:ext uri="{FF2B5EF4-FFF2-40B4-BE49-F238E27FC236}">
                  <a16:creationId xmlns:a16="http://schemas.microsoft.com/office/drawing/2014/main" id="{0816D162-3B50-831C-A5CE-31B91E104782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59;p9">
              <a:extLst>
                <a:ext uri="{FF2B5EF4-FFF2-40B4-BE49-F238E27FC236}">
                  <a16:creationId xmlns:a16="http://schemas.microsoft.com/office/drawing/2014/main" id="{CAE006DD-C584-8CD9-4094-EB62FAC453EA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0;p9">
              <a:extLst>
                <a:ext uri="{FF2B5EF4-FFF2-40B4-BE49-F238E27FC236}">
                  <a16:creationId xmlns:a16="http://schemas.microsoft.com/office/drawing/2014/main" id="{7466F3F2-0D9A-7E1A-DD8E-D12B20A2FEB1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1;p9">
              <a:extLst>
                <a:ext uri="{FF2B5EF4-FFF2-40B4-BE49-F238E27FC236}">
                  <a16:creationId xmlns:a16="http://schemas.microsoft.com/office/drawing/2014/main" id="{9B08CFF2-112D-C4BA-329F-D1522DF67395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2;p9">
              <a:extLst>
                <a:ext uri="{FF2B5EF4-FFF2-40B4-BE49-F238E27FC236}">
                  <a16:creationId xmlns:a16="http://schemas.microsoft.com/office/drawing/2014/main" id="{BBE22753-4772-E005-60BF-981AE2B71C87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3;p9">
              <a:extLst>
                <a:ext uri="{FF2B5EF4-FFF2-40B4-BE49-F238E27FC236}">
                  <a16:creationId xmlns:a16="http://schemas.microsoft.com/office/drawing/2014/main" id="{F3DEC5DC-FDE7-1463-C4D1-2F62A77AC373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4;p9">
              <a:extLst>
                <a:ext uri="{FF2B5EF4-FFF2-40B4-BE49-F238E27FC236}">
                  <a16:creationId xmlns:a16="http://schemas.microsoft.com/office/drawing/2014/main" id="{88C682BE-C81A-1FD3-B042-F5FFD56B4737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5;p9">
              <a:extLst>
                <a:ext uri="{FF2B5EF4-FFF2-40B4-BE49-F238E27FC236}">
                  <a16:creationId xmlns:a16="http://schemas.microsoft.com/office/drawing/2014/main" id="{C9E816ED-D7AF-F7CC-8AF4-659D96464617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6;p9">
              <a:extLst>
                <a:ext uri="{FF2B5EF4-FFF2-40B4-BE49-F238E27FC236}">
                  <a16:creationId xmlns:a16="http://schemas.microsoft.com/office/drawing/2014/main" id="{1104BA68-781B-6CC3-0C92-B513776B8AEB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7;p9">
              <a:extLst>
                <a:ext uri="{FF2B5EF4-FFF2-40B4-BE49-F238E27FC236}">
                  <a16:creationId xmlns:a16="http://schemas.microsoft.com/office/drawing/2014/main" id="{ED567783-838F-DA7B-536E-B7765A955610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68;p9">
              <a:extLst>
                <a:ext uri="{FF2B5EF4-FFF2-40B4-BE49-F238E27FC236}">
                  <a16:creationId xmlns:a16="http://schemas.microsoft.com/office/drawing/2014/main" id="{4F59268F-494F-A001-B8C3-81499AE152D4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69;p9">
              <a:extLst>
                <a:ext uri="{FF2B5EF4-FFF2-40B4-BE49-F238E27FC236}">
                  <a16:creationId xmlns:a16="http://schemas.microsoft.com/office/drawing/2014/main" id="{520675F7-D909-3D52-D7F7-7F4216247C36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0;p9">
              <a:extLst>
                <a:ext uri="{FF2B5EF4-FFF2-40B4-BE49-F238E27FC236}">
                  <a16:creationId xmlns:a16="http://schemas.microsoft.com/office/drawing/2014/main" id="{41C9631C-A90D-3BA9-30FD-935008ACB2BB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1;p9">
              <a:extLst>
                <a:ext uri="{FF2B5EF4-FFF2-40B4-BE49-F238E27FC236}">
                  <a16:creationId xmlns:a16="http://schemas.microsoft.com/office/drawing/2014/main" id="{2134C45A-0702-9AA5-D81D-A6E1392C194E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2;p9">
              <a:extLst>
                <a:ext uri="{FF2B5EF4-FFF2-40B4-BE49-F238E27FC236}">
                  <a16:creationId xmlns:a16="http://schemas.microsoft.com/office/drawing/2014/main" id="{5FB0ECE5-8BCD-3DF3-CDF3-8369A2D0791C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3;p9">
              <a:extLst>
                <a:ext uri="{FF2B5EF4-FFF2-40B4-BE49-F238E27FC236}">
                  <a16:creationId xmlns:a16="http://schemas.microsoft.com/office/drawing/2014/main" id="{DB2F70CB-C67B-BDC3-9F61-9EFBF3F2F1F7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4;p9">
              <a:extLst>
                <a:ext uri="{FF2B5EF4-FFF2-40B4-BE49-F238E27FC236}">
                  <a16:creationId xmlns:a16="http://schemas.microsoft.com/office/drawing/2014/main" id="{12CBE0F4-0F0C-F14B-E763-12CB3BD40EE0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5;p9">
              <a:extLst>
                <a:ext uri="{FF2B5EF4-FFF2-40B4-BE49-F238E27FC236}">
                  <a16:creationId xmlns:a16="http://schemas.microsoft.com/office/drawing/2014/main" id="{2636CE74-FDB5-44C0-438D-B562BA5CCF63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6;p9">
              <a:extLst>
                <a:ext uri="{FF2B5EF4-FFF2-40B4-BE49-F238E27FC236}">
                  <a16:creationId xmlns:a16="http://schemas.microsoft.com/office/drawing/2014/main" id="{0B50B9FD-4AE3-3EE4-BDB2-23117A35919E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7;p9">
              <a:extLst>
                <a:ext uri="{FF2B5EF4-FFF2-40B4-BE49-F238E27FC236}">
                  <a16:creationId xmlns:a16="http://schemas.microsoft.com/office/drawing/2014/main" id="{4A1507CC-3E5C-E9E2-3699-CA1035A38136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78;p9">
              <a:extLst>
                <a:ext uri="{FF2B5EF4-FFF2-40B4-BE49-F238E27FC236}">
                  <a16:creationId xmlns:a16="http://schemas.microsoft.com/office/drawing/2014/main" id="{D8C006CB-78AD-5246-DF30-CE0215B4376F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79;p9">
              <a:extLst>
                <a:ext uri="{FF2B5EF4-FFF2-40B4-BE49-F238E27FC236}">
                  <a16:creationId xmlns:a16="http://schemas.microsoft.com/office/drawing/2014/main" id="{2DF82862-94B4-FC22-2F84-A3C997C389C4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0;p9">
              <a:extLst>
                <a:ext uri="{FF2B5EF4-FFF2-40B4-BE49-F238E27FC236}">
                  <a16:creationId xmlns:a16="http://schemas.microsoft.com/office/drawing/2014/main" id="{E0DF39B3-380D-B3A3-07F0-3E6405F1234A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1;p9">
              <a:extLst>
                <a:ext uri="{FF2B5EF4-FFF2-40B4-BE49-F238E27FC236}">
                  <a16:creationId xmlns:a16="http://schemas.microsoft.com/office/drawing/2014/main" id="{E125C653-0B7D-EFFF-EA02-7ACDF091B613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2;p9">
              <a:extLst>
                <a:ext uri="{FF2B5EF4-FFF2-40B4-BE49-F238E27FC236}">
                  <a16:creationId xmlns:a16="http://schemas.microsoft.com/office/drawing/2014/main" id="{F3D10B3C-C105-F345-816D-D92DE09BAD33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3;p9">
              <a:extLst>
                <a:ext uri="{FF2B5EF4-FFF2-40B4-BE49-F238E27FC236}">
                  <a16:creationId xmlns:a16="http://schemas.microsoft.com/office/drawing/2014/main" id="{3F118ABD-A0B2-0B06-4C1C-EEC1C7255981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4;p9">
              <a:extLst>
                <a:ext uri="{FF2B5EF4-FFF2-40B4-BE49-F238E27FC236}">
                  <a16:creationId xmlns:a16="http://schemas.microsoft.com/office/drawing/2014/main" id="{CAB8D721-FF5F-1280-FD78-95E5BDF0F7B2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5;p9">
              <a:extLst>
                <a:ext uri="{FF2B5EF4-FFF2-40B4-BE49-F238E27FC236}">
                  <a16:creationId xmlns:a16="http://schemas.microsoft.com/office/drawing/2014/main" id="{BF58C2C3-65C6-D7A6-37A9-B91B9D796CDC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6;p9">
              <a:extLst>
                <a:ext uri="{FF2B5EF4-FFF2-40B4-BE49-F238E27FC236}">
                  <a16:creationId xmlns:a16="http://schemas.microsoft.com/office/drawing/2014/main" id="{61C49305-9036-B68B-A571-4B9313A52CC8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7;p9">
              <a:extLst>
                <a:ext uri="{FF2B5EF4-FFF2-40B4-BE49-F238E27FC236}">
                  <a16:creationId xmlns:a16="http://schemas.microsoft.com/office/drawing/2014/main" id="{3EE19F08-CDBA-3537-07F8-E1D70B0A4DEA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88;p9">
              <a:extLst>
                <a:ext uri="{FF2B5EF4-FFF2-40B4-BE49-F238E27FC236}">
                  <a16:creationId xmlns:a16="http://schemas.microsoft.com/office/drawing/2014/main" id="{070A2490-88B4-D14F-8D50-6B868491290C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89;p9">
              <a:extLst>
                <a:ext uri="{FF2B5EF4-FFF2-40B4-BE49-F238E27FC236}">
                  <a16:creationId xmlns:a16="http://schemas.microsoft.com/office/drawing/2014/main" id="{896DA576-C652-93CF-8C97-52574F82A360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0;p9">
              <a:extLst>
                <a:ext uri="{FF2B5EF4-FFF2-40B4-BE49-F238E27FC236}">
                  <a16:creationId xmlns:a16="http://schemas.microsoft.com/office/drawing/2014/main" id="{D9C69E92-AFB1-E600-6475-C54F93FCC5F1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1;p9">
              <a:extLst>
                <a:ext uri="{FF2B5EF4-FFF2-40B4-BE49-F238E27FC236}">
                  <a16:creationId xmlns:a16="http://schemas.microsoft.com/office/drawing/2014/main" id="{493C7124-3E93-12DF-6C08-634051C03F80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2;p9">
              <a:extLst>
                <a:ext uri="{FF2B5EF4-FFF2-40B4-BE49-F238E27FC236}">
                  <a16:creationId xmlns:a16="http://schemas.microsoft.com/office/drawing/2014/main" id="{9C8AE121-2E75-290A-671E-C8D69D305BCE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3;p9">
              <a:extLst>
                <a:ext uri="{FF2B5EF4-FFF2-40B4-BE49-F238E27FC236}">
                  <a16:creationId xmlns:a16="http://schemas.microsoft.com/office/drawing/2014/main" id="{E06546C3-D84B-DBD6-B1F4-D46B8567EE89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394;p9">
              <a:extLst>
                <a:ext uri="{FF2B5EF4-FFF2-40B4-BE49-F238E27FC236}">
                  <a16:creationId xmlns:a16="http://schemas.microsoft.com/office/drawing/2014/main" id="{F74DE763-B356-B1AF-F05F-0DAA6A086635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395;p9">
              <a:extLst>
                <a:ext uri="{FF2B5EF4-FFF2-40B4-BE49-F238E27FC236}">
                  <a16:creationId xmlns:a16="http://schemas.microsoft.com/office/drawing/2014/main" id="{E6964B39-83E9-F324-C86B-F71D55970464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815886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rgbClr val="0793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339;p9"/>
          <p:cNvGrpSpPr/>
          <p:nvPr userDrawn="1"/>
        </p:nvGrpSpPr>
        <p:grpSpPr>
          <a:xfrm flipH="1">
            <a:off x="6049765" y="1355629"/>
            <a:ext cx="6142229" cy="5482669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13" name="Google Shape;340;p9"/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1;p9"/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2;p9"/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3;p9"/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4;p9"/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45;p9"/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46;p9"/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47;p9"/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48;p9"/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49;p9"/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0;p9"/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1;p9"/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2;p9"/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3;p9"/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4;p9"/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55;p9"/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56;p9"/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57;p9"/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58;p9"/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59;p9"/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0;p9"/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1;p9"/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2;p9"/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3;p9"/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4;p9"/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65;p9"/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66;p9"/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67;p9"/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68;p9"/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69;p9"/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0;p9"/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1;p9"/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2;p9"/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3;p9"/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4;p9"/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75;p9"/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76;p9"/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77;p9"/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78;p9"/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79;p9"/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0;p9"/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1;p9"/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2;p9"/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3;p9"/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4;p9"/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85;p9"/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86;p9"/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87;p9"/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88;p9"/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89;p9"/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0;p9"/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391;p9"/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392;p9"/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93;p9"/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94;p9"/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95;p9"/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" name="Google Shape;339;p9">
            <a:extLst>
              <a:ext uri="{FF2B5EF4-FFF2-40B4-BE49-F238E27FC236}">
                <a16:creationId xmlns:a16="http://schemas.microsoft.com/office/drawing/2014/main" id="{1BCB9434-B142-8156-80B9-8965EC4CE14A}"/>
              </a:ext>
            </a:extLst>
          </p:cNvPr>
          <p:cNvGrpSpPr/>
          <p:nvPr userDrawn="1"/>
        </p:nvGrpSpPr>
        <p:grpSpPr>
          <a:xfrm flipV="1">
            <a:off x="45094" y="258"/>
            <a:ext cx="6615323" cy="590496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3" name="Google Shape;340;p9">
              <a:extLst>
                <a:ext uri="{FF2B5EF4-FFF2-40B4-BE49-F238E27FC236}">
                  <a16:creationId xmlns:a16="http://schemas.microsoft.com/office/drawing/2014/main" id="{52603A3B-708E-B8AB-7F1D-84695725CC18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" name="Google Shape;341;p9">
              <a:extLst>
                <a:ext uri="{FF2B5EF4-FFF2-40B4-BE49-F238E27FC236}">
                  <a16:creationId xmlns:a16="http://schemas.microsoft.com/office/drawing/2014/main" id="{90505E49-8CE5-BB83-6CFD-6A9533B0C350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342;p9">
              <a:extLst>
                <a:ext uri="{FF2B5EF4-FFF2-40B4-BE49-F238E27FC236}">
                  <a16:creationId xmlns:a16="http://schemas.microsoft.com/office/drawing/2014/main" id="{9E8D3879-AC2F-8E5A-DCD8-624F815B560F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3;p9">
              <a:extLst>
                <a:ext uri="{FF2B5EF4-FFF2-40B4-BE49-F238E27FC236}">
                  <a16:creationId xmlns:a16="http://schemas.microsoft.com/office/drawing/2014/main" id="{0B1C5318-6EC3-6EB4-5688-13B2B9AE2FF0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4;p9">
              <a:extLst>
                <a:ext uri="{FF2B5EF4-FFF2-40B4-BE49-F238E27FC236}">
                  <a16:creationId xmlns:a16="http://schemas.microsoft.com/office/drawing/2014/main" id="{19C219C3-26E7-C446-8DC2-B6914C7DB178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5;p9">
              <a:extLst>
                <a:ext uri="{FF2B5EF4-FFF2-40B4-BE49-F238E27FC236}">
                  <a16:creationId xmlns:a16="http://schemas.microsoft.com/office/drawing/2014/main" id="{4B2408C2-CA7F-504B-B259-DF3579A913AE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6;p9">
              <a:extLst>
                <a:ext uri="{FF2B5EF4-FFF2-40B4-BE49-F238E27FC236}">
                  <a16:creationId xmlns:a16="http://schemas.microsoft.com/office/drawing/2014/main" id="{F5D77C25-4E06-913A-7147-72D08516FEA5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7;p9">
              <a:extLst>
                <a:ext uri="{FF2B5EF4-FFF2-40B4-BE49-F238E27FC236}">
                  <a16:creationId xmlns:a16="http://schemas.microsoft.com/office/drawing/2014/main" id="{7274CEE2-AAAF-4422-36C2-4B21E940FF1B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48;p9">
              <a:extLst>
                <a:ext uri="{FF2B5EF4-FFF2-40B4-BE49-F238E27FC236}">
                  <a16:creationId xmlns:a16="http://schemas.microsoft.com/office/drawing/2014/main" id="{1672F844-CBA6-4C69-8742-3E09CBB391D1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49;p9">
              <a:extLst>
                <a:ext uri="{FF2B5EF4-FFF2-40B4-BE49-F238E27FC236}">
                  <a16:creationId xmlns:a16="http://schemas.microsoft.com/office/drawing/2014/main" id="{94774206-0643-49EB-6FCE-E4E4E2B908FD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0;p9">
              <a:extLst>
                <a:ext uri="{FF2B5EF4-FFF2-40B4-BE49-F238E27FC236}">
                  <a16:creationId xmlns:a16="http://schemas.microsoft.com/office/drawing/2014/main" id="{72391ACF-2323-326B-D3F9-C4E97A3A8E41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1;p9">
              <a:extLst>
                <a:ext uri="{FF2B5EF4-FFF2-40B4-BE49-F238E27FC236}">
                  <a16:creationId xmlns:a16="http://schemas.microsoft.com/office/drawing/2014/main" id="{52E969CE-B5F5-7D5E-9AE1-466E0F96457F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2;p9">
              <a:extLst>
                <a:ext uri="{FF2B5EF4-FFF2-40B4-BE49-F238E27FC236}">
                  <a16:creationId xmlns:a16="http://schemas.microsoft.com/office/drawing/2014/main" id="{12A32D74-0257-AB01-44FC-BD8D7B665807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3;p9">
              <a:extLst>
                <a:ext uri="{FF2B5EF4-FFF2-40B4-BE49-F238E27FC236}">
                  <a16:creationId xmlns:a16="http://schemas.microsoft.com/office/drawing/2014/main" id="{D3462387-F70E-A9DA-6391-DDD31D8C52C5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4;p9">
              <a:extLst>
                <a:ext uri="{FF2B5EF4-FFF2-40B4-BE49-F238E27FC236}">
                  <a16:creationId xmlns:a16="http://schemas.microsoft.com/office/drawing/2014/main" id="{38F6DCC9-B1F5-4695-E445-532E05715EA3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5;p9">
              <a:extLst>
                <a:ext uri="{FF2B5EF4-FFF2-40B4-BE49-F238E27FC236}">
                  <a16:creationId xmlns:a16="http://schemas.microsoft.com/office/drawing/2014/main" id="{CBD0B5E2-8F16-72DA-770F-53E1074A6A4B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6;p9">
              <a:extLst>
                <a:ext uri="{FF2B5EF4-FFF2-40B4-BE49-F238E27FC236}">
                  <a16:creationId xmlns:a16="http://schemas.microsoft.com/office/drawing/2014/main" id="{8BAA373F-358B-A003-DD73-0B5E9863A5F0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7;p9">
              <a:extLst>
                <a:ext uri="{FF2B5EF4-FFF2-40B4-BE49-F238E27FC236}">
                  <a16:creationId xmlns:a16="http://schemas.microsoft.com/office/drawing/2014/main" id="{3366AB18-E286-3682-BC2B-2CB4B6E23520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58;p9">
              <a:extLst>
                <a:ext uri="{FF2B5EF4-FFF2-40B4-BE49-F238E27FC236}">
                  <a16:creationId xmlns:a16="http://schemas.microsoft.com/office/drawing/2014/main" id="{0816D162-3B50-831C-A5CE-31B91E104782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59;p9">
              <a:extLst>
                <a:ext uri="{FF2B5EF4-FFF2-40B4-BE49-F238E27FC236}">
                  <a16:creationId xmlns:a16="http://schemas.microsoft.com/office/drawing/2014/main" id="{CAE006DD-C584-8CD9-4094-EB62FAC453EA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0;p9">
              <a:extLst>
                <a:ext uri="{FF2B5EF4-FFF2-40B4-BE49-F238E27FC236}">
                  <a16:creationId xmlns:a16="http://schemas.microsoft.com/office/drawing/2014/main" id="{7466F3F2-0D9A-7E1A-DD8E-D12B20A2FEB1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1;p9">
              <a:extLst>
                <a:ext uri="{FF2B5EF4-FFF2-40B4-BE49-F238E27FC236}">
                  <a16:creationId xmlns:a16="http://schemas.microsoft.com/office/drawing/2014/main" id="{9B08CFF2-112D-C4BA-329F-D1522DF67395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2;p9">
              <a:extLst>
                <a:ext uri="{FF2B5EF4-FFF2-40B4-BE49-F238E27FC236}">
                  <a16:creationId xmlns:a16="http://schemas.microsoft.com/office/drawing/2014/main" id="{BBE22753-4772-E005-60BF-981AE2B71C87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3;p9">
              <a:extLst>
                <a:ext uri="{FF2B5EF4-FFF2-40B4-BE49-F238E27FC236}">
                  <a16:creationId xmlns:a16="http://schemas.microsoft.com/office/drawing/2014/main" id="{F3DEC5DC-FDE7-1463-C4D1-2F62A77AC373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4;p9">
              <a:extLst>
                <a:ext uri="{FF2B5EF4-FFF2-40B4-BE49-F238E27FC236}">
                  <a16:creationId xmlns:a16="http://schemas.microsoft.com/office/drawing/2014/main" id="{88C682BE-C81A-1FD3-B042-F5FFD56B4737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5;p9">
              <a:extLst>
                <a:ext uri="{FF2B5EF4-FFF2-40B4-BE49-F238E27FC236}">
                  <a16:creationId xmlns:a16="http://schemas.microsoft.com/office/drawing/2014/main" id="{C9E816ED-D7AF-F7CC-8AF4-659D96464617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6;p9">
              <a:extLst>
                <a:ext uri="{FF2B5EF4-FFF2-40B4-BE49-F238E27FC236}">
                  <a16:creationId xmlns:a16="http://schemas.microsoft.com/office/drawing/2014/main" id="{1104BA68-781B-6CC3-0C92-B513776B8AEB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7;p9">
              <a:extLst>
                <a:ext uri="{FF2B5EF4-FFF2-40B4-BE49-F238E27FC236}">
                  <a16:creationId xmlns:a16="http://schemas.microsoft.com/office/drawing/2014/main" id="{ED567783-838F-DA7B-536E-B7765A955610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68;p9">
              <a:extLst>
                <a:ext uri="{FF2B5EF4-FFF2-40B4-BE49-F238E27FC236}">
                  <a16:creationId xmlns:a16="http://schemas.microsoft.com/office/drawing/2014/main" id="{4F59268F-494F-A001-B8C3-81499AE152D4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69;p9">
              <a:extLst>
                <a:ext uri="{FF2B5EF4-FFF2-40B4-BE49-F238E27FC236}">
                  <a16:creationId xmlns:a16="http://schemas.microsoft.com/office/drawing/2014/main" id="{520675F7-D909-3D52-D7F7-7F4216247C36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0;p9">
              <a:extLst>
                <a:ext uri="{FF2B5EF4-FFF2-40B4-BE49-F238E27FC236}">
                  <a16:creationId xmlns:a16="http://schemas.microsoft.com/office/drawing/2014/main" id="{41C9631C-A90D-3BA9-30FD-935008ACB2BB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1;p9">
              <a:extLst>
                <a:ext uri="{FF2B5EF4-FFF2-40B4-BE49-F238E27FC236}">
                  <a16:creationId xmlns:a16="http://schemas.microsoft.com/office/drawing/2014/main" id="{2134C45A-0702-9AA5-D81D-A6E1392C194E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2;p9">
              <a:extLst>
                <a:ext uri="{FF2B5EF4-FFF2-40B4-BE49-F238E27FC236}">
                  <a16:creationId xmlns:a16="http://schemas.microsoft.com/office/drawing/2014/main" id="{5FB0ECE5-8BCD-3DF3-CDF3-8369A2D0791C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3;p9">
              <a:extLst>
                <a:ext uri="{FF2B5EF4-FFF2-40B4-BE49-F238E27FC236}">
                  <a16:creationId xmlns:a16="http://schemas.microsoft.com/office/drawing/2014/main" id="{DB2F70CB-C67B-BDC3-9F61-9EFBF3F2F1F7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4;p9">
              <a:extLst>
                <a:ext uri="{FF2B5EF4-FFF2-40B4-BE49-F238E27FC236}">
                  <a16:creationId xmlns:a16="http://schemas.microsoft.com/office/drawing/2014/main" id="{12CBE0F4-0F0C-F14B-E763-12CB3BD40EE0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5;p9">
              <a:extLst>
                <a:ext uri="{FF2B5EF4-FFF2-40B4-BE49-F238E27FC236}">
                  <a16:creationId xmlns:a16="http://schemas.microsoft.com/office/drawing/2014/main" id="{2636CE74-FDB5-44C0-438D-B562BA5CCF63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6;p9">
              <a:extLst>
                <a:ext uri="{FF2B5EF4-FFF2-40B4-BE49-F238E27FC236}">
                  <a16:creationId xmlns:a16="http://schemas.microsoft.com/office/drawing/2014/main" id="{0B50B9FD-4AE3-3EE4-BDB2-23117A35919E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7;p9">
              <a:extLst>
                <a:ext uri="{FF2B5EF4-FFF2-40B4-BE49-F238E27FC236}">
                  <a16:creationId xmlns:a16="http://schemas.microsoft.com/office/drawing/2014/main" id="{4A1507CC-3E5C-E9E2-3699-CA1035A38136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78;p9">
              <a:extLst>
                <a:ext uri="{FF2B5EF4-FFF2-40B4-BE49-F238E27FC236}">
                  <a16:creationId xmlns:a16="http://schemas.microsoft.com/office/drawing/2014/main" id="{D8C006CB-78AD-5246-DF30-CE0215B4376F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79;p9">
              <a:extLst>
                <a:ext uri="{FF2B5EF4-FFF2-40B4-BE49-F238E27FC236}">
                  <a16:creationId xmlns:a16="http://schemas.microsoft.com/office/drawing/2014/main" id="{2DF82862-94B4-FC22-2F84-A3C997C389C4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0;p9">
              <a:extLst>
                <a:ext uri="{FF2B5EF4-FFF2-40B4-BE49-F238E27FC236}">
                  <a16:creationId xmlns:a16="http://schemas.microsoft.com/office/drawing/2014/main" id="{E0DF39B3-380D-B3A3-07F0-3E6405F1234A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1;p9">
              <a:extLst>
                <a:ext uri="{FF2B5EF4-FFF2-40B4-BE49-F238E27FC236}">
                  <a16:creationId xmlns:a16="http://schemas.microsoft.com/office/drawing/2014/main" id="{E125C653-0B7D-EFFF-EA02-7ACDF091B613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2;p9">
              <a:extLst>
                <a:ext uri="{FF2B5EF4-FFF2-40B4-BE49-F238E27FC236}">
                  <a16:creationId xmlns:a16="http://schemas.microsoft.com/office/drawing/2014/main" id="{F3D10B3C-C105-F345-816D-D92DE09BAD33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3;p9">
              <a:extLst>
                <a:ext uri="{FF2B5EF4-FFF2-40B4-BE49-F238E27FC236}">
                  <a16:creationId xmlns:a16="http://schemas.microsoft.com/office/drawing/2014/main" id="{3F118ABD-A0B2-0B06-4C1C-EEC1C7255981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4;p9">
              <a:extLst>
                <a:ext uri="{FF2B5EF4-FFF2-40B4-BE49-F238E27FC236}">
                  <a16:creationId xmlns:a16="http://schemas.microsoft.com/office/drawing/2014/main" id="{CAB8D721-FF5F-1280-FD78-95E5BDF0F7B2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5;p9">
              <a:extLst>
                <a:ext uri="{FF2B5EF4-FFF2-40B4-BE49-F238E27FC236}">
                  <a16:creationId xmlns:a16="http://schemas.microsoft.com/office/drawing/2014/main" id="{BF58C2C3-65C6-D7A6-37A9-B91B9D796CDC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6;p9">
              <a:extLst>
                <a:ext uri="{FF2B5EF4-FFF2-40B4-BE49-F238E27FC236}">
                  <a16:creationId xmlns:a16="http://schemas.microsoft.com/office/drawing/2014/main" id="{61C49305-9036-B68B-A571-4B9313A52CC8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7;p9">
              <a:extLst>
                <a:ext uri="{FF2B5EF4-FFF2-40B4-BE49-F238E27FC236}">
                  <a16:creationId xmlns:a16="http://schemas.microsoft.com/office/drawing/2014/main" id="{3EE19F08-CDBA-3537-07F8-E1D70B0A4DEA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88;p9">
              <a:extLst>
                <a:ext uri="{FF2B5EF4-FFF2-40B4-BE49-F238E27FC236}">
                  <a16:creationId xmlns:a16="http://schemas.microsoft.com/office/drawing/2014/main" id="{070A2490-88B4-D14F-8D50-6B868491290C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89;p9">
              <a:extLst>
                <a:ext uri="{FF2B5EF4-FFF2-40B4-BE49-F238E27FC236}">
                  <a16:creationId xmlns:a16="http://schemas.microsoft.com/office/drawing/2014/main" id="{896DA576-C652-93CF-8C97-52574F82A360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0;p9">
              <a:extLst>
                <a:ext uri="{FF2B5EF4-FFF2-40B4-BE49-F238E27FC236}">
                  <a16:creationId xmlns:a16="http://schemas.microsoft.com/office/drawing/2014/main" id="{D9C69E92-AFB1-E600-6475-C54F93FCC5F1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1;p9">
              <a:extLst>
                <a:ext uri="{FF2B5EF4-FFF2-40B4-BE49-F238E27FC236}">
                  <a16:creationId xmlns:a16="http://schemas.microsoft.com/office/drawing/2014/main" id="{493C7124-3E93-12DF-6C08-634051C03F80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2;p9">
              <a:extLst>
                <a:ext uri="{FF2B5EF4-FFF2-40B4-BE49-F238E27FC236}">
                  <a16:creationId xmlns:a16="http://schemas.microsoft.com/office/drawing/2014/main" id="{9C8AE121-2E75-290A-671E-C8D69D305BCE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3;p9">
              <a:extLst>
                <a:ext uri="{FF2B5EF4-FFF2-40B4-BE49-F238E27FC236}">
                  <a16:creationId xmlns:a16="http://schemas.microsoft.com/office/drawing/2014/main" id="{E06546C3-D84B-DBD6-B1F4-D46B8567EE89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394;p9">
              <a:extLst>
                <a:ext uri="{FF2B5EF4-FFF2-40B4-BE49-F238E27FC236}">
                  <a16:creationId xmlns:a16="http://schemas.microsoft.com/office/drawing/2014/main" id="{F74DE763-B356-B1AF-F05F-0DAA6A086635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395;p9">
              <a:extLst>
                <a:ext uri="{FF2B5EF4-FFF2-40B4-BE49-F238E27FC236}">
                  <a16:creationId xmlns:a16="http://schemas.microsoft.com/office/drawing/2014/main" id="{E6964B39-83E9-F324-C86B-F71D55970464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35078F5-5559-ACAC-5B37-21A776BBD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3245" y="591175"/>
            <a:ext cx="8238186" cy="9076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1" baseline="0">
                <a:solidFill>
                  <a:schemeClr val="bg1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</p:spTree>
    <p:extLst>
      <p:ext uri="{BB962C8B-B14F-4D97-AF65-F5344CB8AC3E}">
        <p14:creationId xmlns:p14="http://schemas.microsoft.com/office/powerpoint/2010/main" val="1474346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0793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2EDB78A-B70C-C903-CE5E-003E2D33D3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8976" y="1618681"/>
            <a:ext cx="2575679" cy="362063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177800" sx="102000" sy="102000" algn="ctr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68E14E6-5010-5D92-233E-E92092711E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03268" y="1618681"/>
            <a:ext cx="2575679" cy="362063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177800" sx="102000" sy="102000" algn="ctr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A5C4B3-4557-A086-3C13-C7F4DA9A65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03628" y="1310625"/>
            <a:ext cx="3784745" cy="7403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5400" b="0" baseline="0">
                <a:solidFill>
                  <a:srgbClr val="084F54"/>
                </a:solidFill>
                <a:latin typeface="IranNastaliq" panose="02020505000000020003" pitchFamily="18" charset="0"/>
                <a:cs typeface="IranNastaliq" panose="02020505000000020003" pitchFamily="18" charset="0"/>
              </a:defRPr>
            </a:lvl1pPr>
          </a:lstStyle>
          <a:p>
            <a:pPr lvl="0"/>
            <a:r>
              <a:rPr lang="fa-IR" dirty="0"/>
              <a:t>عنوان اسلاید را بنویسید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E016BB09-6288-F8FC-189C-D83E460074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3628" y="2314637"/>
            <a:ext cx="3784745" cy="332299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rtl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2600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anose="00000400000000000000" pitchFamily="2" charset="-78"/>
              </a:defRPr>
            </a:lvl1pPr>
            <a:lvl2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2pPr>
            <a:lvl3pPr algn="just" rt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cs typeface="B Mitra" panose="00000400000000000000" pitchFamily="2" charset="-78"/>
              </a:defRPr>
            </a:lvl3pPr>
          </a:lstStyle>
          <a:p>
            <a:pPr lvl="0"/>
            <a:r>
              <a:rPr lang="fa-IR" dirty="0"/>
              <a:t>متن را بنویسید</a:t>
            </a:r>
          </a:p>
          <a:p>
            <a:pPr lvl="1"/>
            <a:r>
              <a:rPr lang="fa-IR" dirty="0"/>
              <a:t>زیر متن</a:t>
            </a:r>
          </a:p>
          <a:p>
            <a:pPr lvl="2"/>
            <a:r>
              <a:rPr lang="fa-IR" dirty="0"/>
              <a:t>زیر متن</a:t>
            </a:r>
          </a:p>
        </p:txBody>
      </p:sp>
    </p:spTree>
    <p:extLst>
      <p:ext uri="{BB962C8B-B14F-4D97-AF65-F5344CB8AC3E}">
        <p14:creationId xmlns:p14="http://schemas.microsoft.com/office/powerpoint/2010/main" val="3268440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46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51" r:id="rId2"/>
    <p:sldLayoutId id="2147483649" r:id="rId3"/>
    <p:sldLayoutId id="2147483664" r:id="rId4"/>
    <p:sldLayoutId id="2147483670" r:id="rId5"/>
    <p:sldLayoutId id="2147483650" r:id="rId6"/>
    <p:sldLayoutId id="2147483654" r:id="rId7"/>
    <p:sldLayoutId id="2147483663" r:id="rId8"/>
    <p:sldLayoutId id="2147483673" r:id="rId9"/>
    <p:sldLayoutId id="2147483661" r:id="rId10"/>
    <p:sldLayoutId id="2147483662" r:id="rId11"/>
    <p:sldLayoutId id="2147483677" r:id="rId12"/>
    <p:sldLayoutId id="2147483656" r:id="rId13"/>
    <p:sldLayoutId id="2147483676" r:id="rId14"/>
    <p:sldLayoutId id="2147483678" r:id="rId15"/>
    <p:sldLayoutId id="2147483669" r:id="rId16"/>
    <p:sldLayoutId id="2147483674" r:id="rId17"/>
    <p:sldLayoutId id="2147483672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93116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jpe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microsoft.com/office/2007/relationships/hdphoto" Target="../media/hdphoto5.wdp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microsoft.com/office/2007/relationships/hdphoto" Target="../media/hdphoto5.wdp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microsoft.com/office/2007/relationships/hdphoto" Target="../media/hdphoto6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microsoft.com/office/2007/relationships/hdphoto" Target="../media/hdphoto3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3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BC4A85-B59F-6536-337F-7585C4237F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87" y="571500"/>
            <a:ext cx="7045847" cy="42706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7638AE-4472-0C1D-08A5-5FED42C53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t="4404" r="30912" b="10455"/>
          <a:stretch>
            <a:fillRect/>
          </a:stretch>
        </p:blipFill>
        <p:spPr>
          <a:xfrm>
            <a:off x="297307" y="250076"/>
            <a:ext cx="2130137" cy="583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33EB4B-CDB9-F6A1-0D16-B8B1FB840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t="4404" r="30912" b="10455"/>
          <a:stretch>
            <a:fillRect/>
          </a:stretch>
        </p:blipFill>
        <p:spPr>
          <a:xfrm>
            <a:off x="9767577" y="250075"/>
            <a:ext cx="2130137" cy="583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BCFAE3-3A35-23D3-7454-AA480B903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1683" y="5075408"/>
            <a:ext cx="10261599" cy="1013664"/>
          </a:xfrm>
        </p:spPr>
        <p:txBody>
          <a:bodyPr/>
          <a:lstStyle/>
          <a:p>
            <a:r>
              <a:rPr lang="fa-IR" b="0" dirty="0">
                <a:solidFill>
                  <a:srgbClr val="084F54"/>
                </a:solidFill>
                <a:cs typeface="B Titr" panose="00000700000000000000" pitchFamily="2" charset="-78"/>
              </a:rPr>
              <a:t>همایش فاطمیّه</a:t>
            </a:r>
            <a:r>
              <a:rPr lang="fa-IR" sz="2400" b="0" dirty="0">
                <a:solidFill>
                  <a:srgbClr val="084F54"/>
                </a:solidFill>
                <a:cs typeface="B Titr" panose="00000700000000000000" pitchFamily="2" charset="-78"/>
              </a:rPr>
              <a:t>( اعتماد کن خوشبخت شو 15 ) </a:t>
            </a:r>
            <a:endParaRPr lang="en-US" b="0" dirty="0">
              <a:solidFill>
                <a:srgbClr val="084F54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4813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89B7-4814-A9CD-ABEC-624147F8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D4B183-AF4A-1473-5461-8A6A842C0C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87" y="571500"/>
            <a:ext cx="7045847" cy="42706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AF80CA-1AC9-8CC5-4733-089040A45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t="4404" r="30912" b="10455"/>
          <a:stretch>
            <a:fillRect/>
          </a:stretch>
        </p:blipFill>
        <p:spPr>
          <a:xfrm>
            <a:off x="297307" y="250076"/>
            <a:ext cx="2130137" cy="583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CC0DB8-CAE7-4242-B274-C9D3561E7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t="4404" r="30912" b="10455"/>
          <a:stretch>
            <a:fillRect/>
          </a:stretch>
        </p:blipFill>
        <p:spPr>
          <a:xfrm>
            <a:off x="9767577" y="250075"/>
            <a:ext cx="2130137" cy="583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A90BA2-644F-AD90-1935-AE37F426C2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3" t="16866" r="10309" b="32173"/>
          <a:stretch>
            <a:fillRect/>
          </a:stretch>
        </p:blipFill>
        <p:spPr>
          <a:xfrm>
            <a:off x="3761510" y="4975660"/>
            <a:ext cx="4821504" cy="180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9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8108-EAA3-540A-63CA-A8737D04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CA896-F8CF-4161-BBF9-B63CE8B7D0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87" y="571500"/>
            <a:ext cx="7045847" cy="42706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B6C28A-0188-9361-7714-116B61167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t="4404" r="30912" b="10455"/>
          <a:stretch>
            <a:fillRect/>
          </a:stretch>
        </p:blipFill>
        <p:spPr>
          <a:xfrm>
            <a:off x="297307" y="250076"/>
            <a:ext cx="2130137" cy="583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71095F-2766-9464-E5CB-58D6ED535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t="4404" r="30912" b="10455"/>
          <a:stretch>
            <a:fillRect/>
          </a:stretch>
        </p:blipFill>
        <p:spPr>
          <a:xfrm>
            <a:off x="9767577" y="250075"/>
            <a:ext cx="2130137" cy="583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C01CE0-78AE-6A31-AAD5-C8D952E0B8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8" t="1065" r="14998" b="-1065"/>
          <a:stretch>
            <a:fillRect/>
          </a:stretch>
        </p:blipFill>
        <p:spPr>
          <a:xfrm>
            <a:off x="304679" y="247650"/>
            <a:ext cx="2130138" cy="5914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5199D8-1727-018C-A9D4-D84384DED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8" t="1065" r="14998" b="-1065"/>
          <a:stretch>
            <a:fillRect/>
          </a:stretch>
        </p:blipFill>
        <p:spPr>
          <a:xfrm>
            <a:off x="9757183" y="247650"/>
            <a:ext cx="2130138" cy="5914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C59FBB-A6C7-D8DC-A550-6B49C30488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3" t="16866" r="10309" b="32173"/>
          <a:stretch>
            <a:fillRect/>
          </a:stretch>
        </p:blipFill>
        <p:spPr>
          <a:xfrm>
            <a:off x="3761510" y="4975660"/>
            <a:ext cx="4821504" cy="180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3C9A-D196-A4CA-CA63-BDAB1A48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742E5-F172-7874-7084-2CF7F49C41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87" y="571500"/>
            <a:ext cx="7045847" cy="42706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310A38-F8E3-14DA-DC7A-A5E954007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t="4404" r="30912" b="10455"/>
          <a:stretch>
            <a:fillRect/>
          </a:stretch>
        </p:blipFill>
        <p:spPr>
          <a:xfrm>
            <a:off x="297307" y="250076"/>
            <a:ext cx="2130137" cy="583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3B3EBE-9D9E-85D6-0C8D-4FDF763DD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0" t="4404" r="30912" b="10455"/>
          <a:stretch>
            <a:fillRect/>
          </a:stretch>
        </p:blipFill>
        <p:spPr>
          <a:xfrm>
            <a:off x="9767577" y="250075"/>
            <a:ext cx="2130137" cy="583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28C943-FCDF-C955-886D-4C513A23D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8" t="1065" r="14998" b="-1065"/>
          <a:stretch>
            <a:fillRect/>
          </a:stretch>
        </p:blipFill>
        <p:spPr>
          <a:xfrm>
            <a:off x="304679" y="247650"/>
            <a:ext cx="2130138" cy="5914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ED255E-6A19-AF6D-0975-9E0A9FBB05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8" t="1065" r="14998" b="-1065"/>
          <a:stretch>
            <a:fillRect/>
          </a:stretch>
        </p:blipFill>
        <p:spPr>
          <a:xfrm>
            <a:off x="9757183" y="247650"/>
            <a:ext cx="2130138" cy="5914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E21C8D-BB80-A362-21AA-B76ED4C54F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1683" y="5075408"/>
            <a:ext cx="10261599" cy="1013664"/>
          </a:xfrm>
        </p:spPr>
        <p:txBody>
          <a:bodyPr/>
          <a:lstStyle/>
          <a:p>
            <a:r>
              <a:rPr lang="fa-IR" b="0" dirty="0">
                <a:solidFill>
                  <a:srgbClr val="084F54"/>
                </a:solidFill>
                <a:cs typeface="B Titr" panose="00000700000000000000" pitchFamily="2" charset="-78"/>
              </a:rPr>
              <a:t>همایش فاطمیّه</a:t>
            </a:r>
            <a:r>
              <a:rPr lang="fa-IR" sz="2400" b="0" dirty="0">
                <a:solidFill>
                  <a:srgbClr val="084F54"/>
                </a:solidFill>
                <a:cs typeface="B Titr" panose="00000700000000000000" pitchFamily="2" charset="-78"/>
              </a:rPr>
              <a:t>( اعتماد کن خوشبخت شو 15 ) </a:t>
            </a:r>
            <a:endParaRPr lang="en-US" b="0" dirty="0">
              <a:solidFill>
                <a:srgbClr val="084F54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285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0A98-2936-D0E9-3639-2EB73FB4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6379FE-DE09-1361-09DA-005B6693BD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5744459" y="218900"/>
            <a:ext cx="6478564" cy="6420197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C3F7FCD-96FD-F24A-8A42-D36D98DEA2CA}"/>
              </a:ext>
            </a:extLst>
          </p:cNvPr>
          <p:cNvSpPr/>
          <p:nvPr/>
        </p:nvSpPr>
        <p:spPr>
          <a:xfrm flipH="1">
            <a:off x="0" y="-540"/>
            <a:ext cx="8839200" cy="6858000"/>
          </a:xfrm>
          <a:prstGeom prst="rect">
            <a:avLst/>
          </a:prstGeom>
          <a:solidFill>
            <a:srgbClr val="079393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grpSp>
        <p:nvGrpSpPr>
          <p:cNvPr id="125" name="Google Shape;339;p9">
            <a:extLst>
              <a:ext uri="{FF2B5EF4-FFF2-40B4-BE49-F238E27FC236}">
                <a16:creationId xmlns:a16="http://schemas.microsoft.com/office/drawing/2014/main" id="{A436F54E-6C1B-1EFD-1572-582069F1B3A0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126" name="Google Shape;340;p9">
              <a:extLst>
                <a:ext uri="{FF2B5EF4-FFF2-40B4-BE49-F238E27FC236}">
                  <a16:creationId xmlns:a16="http://schemas.microsoft.com/office/drawing/2014/main" id="{60BAE5F5-CC7F-967B-1EEF-AF4BA48D82B2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341;p9">
              <a:extLst>
                <a:ext uri="{FF2B5EF4-FFF2-40B4-BE49-F238E27FC236}">
                  <a16:creationId xmlns:a16="http://schemas.microsoft.com/office/drawing/2014/main" id="{1A206940-1455-FF75-9D92-BEA7D4D0BB98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342;p9">
              <a:extLst>
                <a:ext uri="{FF2B5EF4-FFF2-40B4-BE49-F238E27FC236}">
                  <a16:creationId xmlns:a16="http://schemas.microsoft.com/office/drawing/2014/main" id="{32AB7626-027D-0D93-D17B-7B4CC0E039D7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343;p9">
              <a:extLst>
                <a:ext uri="{FF2B5EF4-FFF2-40B4-BE49-F238E27FC236}">
                  <a16:creationId xmlns:a16="http://schemas.microsoft.com/office/drawing/2014/main" id="{2A45BE91-794D-C1FC-45E5-0A733129C5DD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344;p9">
              <a:extLst>
                <a:ext uri="{FF2B5EF4-FFF2-40B4-BE49-F238E27FC236}">
                  <a16:creationId xmlns:a16="http://schemas.microsoft.com/office/drawing/2014/main" id="{7F7056B6-55BF-D18E-77DB-33C2FB7493E9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345;p9">
              <a:extLst>
                <a:ext uri="{FF2B5EF4-FFF2-40B4-BE49-F238E27FC236}">
                  <a16:creationId xmlns:a16="http://schemas.microsoft.com/office/drawing/2014/main" id="{47BC98ED-134F-AA75-19B9-3016E66BF71B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346;p9">
              <a:extLst>
                <a:ext uri="{FF2B5EF4-FFF2-40B4-BE49-F238E27FC236}">
                  <a16:creationId xmlns:a16="http://schemas.microsoft.com/office/drawing/2014/main" id="{74FBC097-BAA8-62AC-9612-AF3BAEE62729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347;p9">
              <a:extLst>
                <a:ext uri="{FF2B5EF4-FFF2-40B4-BE49-F238E27FC236}">
                  <a16:creationId xmlns:a16="http://schemas.microsoft.com/office/drawing/2014/main" id="{5D47995B-A9B0-D5B4-ACC2-086B2F1BD68D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348;p9">
              <a:extLst>
                <a:ext uri="{FF2B5EF4-FFF2-40B4-BE49-F238E27FC236}">
                  <a16:creationId xmlns:a16="http://schemas.microsoft.com/office/drawing/2014/main" id="{3DA211A4-FA63-0901-05FC-89FA7F22E303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349;p9">
              <a:extLst>
                <a:ext uri="{FF2B5EF4-FFF2-40B4-BE49-F238E27FC236}">
                  <a16:creationId xmlns:a16="http://schemas.microsoft.com/office/drawing/2014/main" id="{F6590EBA-7E18-3E89-BDD2-EA69A50CDAC9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350;p9">
              <a:extLst>
                <a:ext uri="{FF2B5EF4-FFF2-40B4-BE49-F238E27FC236}">
                  <a16:creationId xmlns:a16="http://schemas.microsoft.com/office/drawing/2014/main" id="{156F626A-B260-0057-6CE8-5724788FBF9F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351;p9">
              <a:extLst>
                <a:ext uri="{FF2B5EF4-FFF2-40B4-BE49-F238E27FC236}">
                  <a16:creationId xmlns:a16="http://schemas.microsoft.com/office/drawing/2014/main" id="{A4CB85EA-8F7B-39BA-2E5F-943A4101E678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352;p9">
              <a:extLst>
                <a:ext uri="{FF2B5EF4-FFF2-40B4-BE49-F238E27FC236}">
                  <a16:creationId xmlns:a16="http://schemas.microsoft.com/office/drawing/2014/main" id="{33017F44-2532-8561-1679-7F1C3E9B8F27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353;p9">
              <a:extLst>
                <a:ext uri="{FF2B5EF4-FFF2-40B4-BE49-F238E27FC236}">
                  <a16:creationId xmlns:a16="http://schemas.microsoft.com/office/drawing/2014/main" id="{506F8FA6-9C9B-7250-8479-1C1DBDCA26A4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354;p9">
              <a:extLst>
                <a:ext uri="{FF2B5EF4-FFF2-40B4-BE49-F238E27FC236}">
                  <a16:creationId xmlns:a16="http://schemas.microsoft.com/office/drawing/2014/main" id="{911724EC-91D3-B1CB-A8B4-FC8BE7DE4E6E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355;p9">
              <a:extLst>
                <a:ext uri="{FF2B5EF4-FFF2-40B4-BE49-F238E27FC236}">
                  <a16:creationId xmlns:a16="http://schemas.microsoft.com/office/drawing/2014/main" id="{82A06484-4E9C-A16D-B0EA-2BFF81B0D846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356;p9">
              <a:extLst>
                <a:ext uri="{FF2B5EF4-FFF2-40B4-BE49-F238E27FC236}">
                  <a16:creationId xmlns:a16="http://schemas.microsoft.com/office/drawing/2014/main" id="{619CC65D-A795-5BE6-5C4D-D793A5A80AF4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357;p9">
              <a:extLst>
                <a:ext uri="{FF2B5EF4-FFF2-40B4-BE49-F238E27FC236}">
                  <a16:creationId xmlns:a16="http://schemas.microsoft.com/office/drawing/2014/main" id="{BF4E3BB7-16DF-CBA9-37AC-B36ECD34CA50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358;p9">
              <a:extLst>
                <a:ext uri="{FF2B5EF4-FFF2-40B4-BE49-F238E27FC236}">
                  <a16:creationId xmlns:a16="http://schemas.microsoft.com/office/drawing/2014/main" id="{4BDE5E34-7FBF-FF91-7DE4-3C8E43B4FC6B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359;p9">
              <a:extLst>
                <a:ext uri="{FF2B5EF4-FFF2-40B4-BE49-F238E27FC236}">
                  <a16:creationId xmlns:a16="http://schemas.microsoft.com/office/drawing/2014/main" id="{9834D05F-22E7-A6BE-3FDF-A030F3757491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360;p9">
              <a:extLst>
                <a:ext uri="{FF2B5EF4-FFF2-40B4-BE49-F238E27FC236}">
                  <a16:creationId xmlns:a16="http://schemas.microsoft.com/office/drawing/2014/main" id="{2C1D25C4-FE79-9E3C-BB19-6A0CF8D8DA1C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361;p9">
              <a:extLst>
                <a:ext uri="{FF2B5EF4-FFF2-40B4-BE49-F238E27FC236}">
                  <a16:creationId xmlns:a16="http://schemas.microsoft.com/office/drawing/2014/main" id="{BEC91734-17F0-6EB8-6A54-C518D999AB0B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362;p9">
              <a:extLst>
                <a:ext uri="{FF2B5EF4-FFF2-40B4-BE49-F238E27FC236}">
                  <a16:creationId xmlns:a16="http://schemas.microsoft.com/office/drawing/2014/main" id="{1054F58D-3209-005E-FF63-9C68C0E4CBBD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363;p9">
              <a:extLst>
                <a:ext uri="{FF2B5EF4-FFF2-40B4-BE49-F238E27FC236}">
                  <a16:creationId xmlns:a16="http://schemas.microsoft.com/office/drawing/2014/main" id="{3004E0FB-9188-2628-334F-1926D90EED90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364;p9">
              <a:extLst>
                <a:ext uri="{FF2B5EF4-FFF2-40B4-BE49-F238E27FC236}">
                  <a16:creationId xmlns:a16="http://schemas.microsoft.com/office/drawing/2014/main" id="{1A3022DA-C702-B6B1-F6EA-707775329121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365;p9">
              <a:extLst>
                <a:ext uri="{FF2B5EF4-FFF2-40B4-BE49-F238E27FC236}">
                  <a16:creationId xmlns:a16="http://schemas.microsoft.com/office/drawing/2014/main" id="{3255F26B-4411-BFAF-4028-7732D8B8A1DA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366;p9">
              <a:extLst>
                <a:ext uri="{FF2B5EF4-FFF2-40B4-BE49-F238E27FC236}">
                  <a16:creationId xmlns:a16="http://schemas.microsoft.com/office/drawing/2014/main" id="{3A686688-DCFF-7D86-1665-B9661D90264C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367;p9">
              <a:extLst>
                <a:ext uri="{FF2B5EF4-FFF2-40B4-BE49-F238E27FC236}">
                  <a16:creationId xmlns:a16="http://schemas.microsoft.com/office/drawing/2014/main" id="{753E2EE9-67A2-71B3-693F-5207A6C70BFE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368;p9">
              <a:extLst>
                <a:ext uri="{FF2B5EF4-FFF2-40B4-BE49-F238E27FC236}">
                  <a16:creationId xmlns:a16="http://schemas.microsoft.com/office/drawing/2014/main" id="{493A1C8F-D27F-4265-AE06-0503908148CF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369;p9">
              <a:extLst>
                <a:ext uri="{FF2B5EF4-FFF2-40B4-BE49-F238E27FC236}">
                  <a16:creationId xmlns:a16="http://schemas.microsoft.com/office/drawing/2014/main" id="{8665E498-FFF4-3BE1-B1A5-DAE896DB05A9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370;p9">
              <a:extLst>
                <a:ext uri="{FF2B5EF4-FFF2-40B4-BE49-F238E27FC236}">
                  <a16:creationId xmlns:a16="http://schemas.microsoft.com/office/drawing/2014/main" id="{3B510393-477D-A532-2F35-F67F5E55F67E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371;p9">
              <a:extLst>
                <a:ext uri="{FF2B5EF4-FFF2-40B4-BE49-F238E27FC236}">
                  <a16:creationId xmlns:a16="http://schemas.microsoft.com/office/drawing/2014/main" id="{3B154821-C9CD-9A58-5C38-7EF0E56BBBB8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372;p9">
              <a:extLst>
                <a:ext uri="{FF2B5EF4-FFF2-40B4-BE49-F238E27FC236}">
                  <a16:creationId xmlns:a16="http://schemas.microsoft.com/office/drawing/2014/main" id="{1017F5DA-81BE-D0CE-EB6A-1CB198B62AFA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373;p9">
              <a:extLst>
                <a:ext uri="{FF2B5EF4-FFF2-40B4-BE49-F238E27FC236}">
                  <a16:creationId xmlns:a16="http://schemas.microsoft.com/office/drawing/2014/main" id="{7A432E3F-DF55-1659-7184-D4E0F1610BCB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374;p9">
              <a:extLst>
                <a:ext uri="{FF2B5EF4-FFF2-40B4-BE49-F238E27FC236}">
                  <a16:creationId xmlns:a16="http://schemas.microsoft.com/office/drawing/2014/main" id="{BC224EBB-2E0D-2D1F-D3E7-4B895D1AA795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375;p9">
              <a:extLst>
                <a:ext uri="{FF2B5EF4-FFF2-40B4-BE49-F238E27FC236}">
                  <a16:creationId xmlns:a16="http://schemas.microsoft.com/office/drawing/2014/main" id="{37FECE1C-4FAD-8592-7C6D-50177C8ADCBD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376;p9">
              <a:extLst>
                <a:ext uri="{FF2B5EF4-FFF2-40B4-BE49-F238E27FC236}">
                  <a16:creationId xmlns:a16="http://schemas.microsoft.com/office/drawing/2014/main" id="{944ACEB8-B8E3-1629-A75F-8561AEFCE4DA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377;p9">
              <a:extLst>
                <a:ext uri="{FF2B5EF4-FFF2-40B4-BE49-F238E27FC236}">
                  <a16:creationId xmlns:a16="http://schemas.microsoft.com/office/drawing/2014/main" id="{BEF0CEC2-B532-5BF7-5153-15132F15D50D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378;p9">
              <a:extLst>
                <a:ext uri="{FF2B5EF4-FFF2-40B4-BE49-F238E27FC236}">
                  <a16:creationId xmlns:a16="http://schemas.microsoft.com/office/drawing/2014/main" id="{7CFF3901-594C-CB23-BBC6-B518E342182E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379;p9">
              <a:extLst>
                <a:ext uri="{FF2B5EF4-FFF2-40B4-BE49-F238E27FC236}">
                  <a16:creationId xmlns:a16="http://schemas.microsoft.com/office/drawing/2014/main" id="{2F60D991-E022-2660-C0FE-8449B7E6C71E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380;p9">
              <a:extLst>
                <a:ext uri="{FF2B5EF4-FFF2-40B4-BE49-F238E27FC236}">
                  <a16:creationId xmlns:a16="http://schemas.microsoft.com/office/drawing/2014/main" id="{371A05C5-E076-0B2C-CEC6-F21CD66459E4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381;p9">
              <a:extLst>
                <a:ext uri="{FF2B5EF4-FFF2-40B4-BE49-F238E27FC236}">
                  <a16:creationId xmlns:a16="http://schemas.microsoft.com/office/drawing/2014/main" id="{F744378F-1D9D-0907-80B2-110A9E2BBDD0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382;p9">
              <a:extLst>
                <a:ext uri="{FF2B5EF4-FFF2-40B4-BE49-F238E27FC236}">
                  <a16:creationId xmlns:a16="http://schemas.microsoft.com/office/drawing/2014/main" id="{1524673B-A1BF-B97F-B147-167513EBEE20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383;p9">
              <a:extLst>
                <a:ext uri="{FF2B5EF4-FFF2-40B4-BE49-F238E27FC236}">
                  <a16:creationId xmlns:a16="http://schemas.microsoft.com/office/drawing/2014/main" id="{FA178AF9-D1B4-54F2-157B-61C5BAFE2835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384;p9">
              <a:extLst>
                <a:ext uri="{FF2B5EF4-FFF2-40B4-BE49-F238E27FC236}">
                  <a16:creationId xmlns:a16="http://schemas.microsoft.com/office/drawing/2014/main" id="{C10244C0-ABD4-A8AD-72CE-E5D095792B3F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385;p9">
              <a:extLst>
                <a:ext uri="{FF2B5EF4-FFF2-40B4-BE49-F238E27FC236}">
                  <a16:creationId xmlns:a16="http://schemas.microsoft.com/office/drawing/2014/main" id="{C75FC875-C8DF-9443-5F82-2E5446995DB7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386;p9">
              <a:extLst>
                <a:ext uri="{FF2B5EF4-FFF2-40B4-BE49-F238E27FC236}">
                  <a16:creationId xmlns:a16="http://schemas.microsoft.com/office/drawing/2014/main" id="{EAD19FB8-91E1-1F03-6AC6-CCD772E4C797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387;p9">
              <a:extLst>
                <a:ext uri="{FF2B5EF4-FFF2-40B4-BE49-F238E27FC236}">
                  <a16:creationId xmlns:a16="http://schemas.microsoft.com/office/drawing/2014/main" id="{681FB381-967B-57E6-A5D6-627BCBB12E26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388;p9">
              <a:extLst>
                <a:ext uri="{FF2B5EF4-FFF2-40B4-BE49-F238E27FC236}">
                  <a16:creationId xmlns:a16="http://schemas.microsoft.com/office/drawing/2014/main" id="{05EF6AF1-7961-8FFC-8F3E-DC7D5915528F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389;p9">
              <a:extLst>
                <a:ext uri="{FF2B5EF4-FFF2-40B4-BE49-F238E27FC236}">
                  <a16:creationId xmlns:a16="http://schemas.microsoft.com/office/drawing/2014/main" id="{EBFA5F71-8C05-97C3-1DC0-C6576B0A0C30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390;p9">
              <a:extLst>
                <a:ext uri="{FF2B5EF4-FFF2-40B4-BE49-F238E27FC236}">
                  <a16:creationId xmlns:a16="http://schemas.microsoft.com/office/drawing/2014/main" id="{2188DA69-FB15-C239-A836-317D581F4F16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391;p9">
              <a:extLst>
                <a:ext uri="{FF2B5EF4-FFF2-40B4-BE49-F238E27FC236}">
                  <a16:creationId xmlns:a16="http://schemas.microsoft.com/office/drawing/2014/main" id="{97DE3972-40DB-34E2-C287-4A19DD1EAF2C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392;p9">
              <a:extLst>
                <a:ext uri="{FF2B5EF4-FFF2-40B4-BE49-F238E27FC236}">
                  <a16:creationId xmlns:a16="http://schemas.microsoft.com/office/drawing/2014/main" id="{7DB242B1-0822-F7E6-2781-F62BD28EA5AF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393;p9">
              <a:extLst>
                <a:ext uri="{FF2B5EF4-FFF2-40B4-BE49-F238E27FC236}">
                  <a16:creationId xmlns:a16="http://schemas.microsoft.com/office/drawing/2014/main" id="{83C66FF9-57F7-D2F1-1DA4-BD5A1CA6D873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394;p9">
              <a:extLst>
                <a:ext uri="{FF2B5EF4-FFF2-40B4-BE49-F238E27FC236}">
                  <a16:creationId xmlns:a16="http://schemas.microsoft.com/office/drawing/2014/main" id="{4CBE23B9-F4D3-86F5-0AD7-FA67BD604C82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395;p9">
              <a:extLst>
                <a:ext uri="{FF2B5EF4-FFF2-40B4-BE49-F238E27FC236}">
                  <a16:creationId xmlns:a16="http://schemas.microsoft.com/office/drawing/2014/main" id="{C703B174-A769-2FA8-9BC3-2630B7775F5D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7D97078-E37D-E3E8-C817-A109EFA84C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57" y="2214000"/>
            <a:ext cx="6251597" cy="7403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sz="4800" dirty="0">
                <a:cs typeface="B Titr" panose="00000700000000000000" pitchFamily="2" charset="-78"/>
              </a:rPr>
              <a:t>اعتماد کن خوشبخت شو  </a:t>
            </a:r>
            <a:r>
              <a:rPr lang="fa-IR" u="sng" dirty="0">
                <a:cs typeface="B Titr" panose="00000700000000000000" pitchFamily="2" charset="-78"/>
              </a:rPr>
              <a:t>15 </a:t>
            </a:r>
            <a:r>
              <a:rPr lang="fa-IR" sz="3600" dirty="0">
                <a:cs typeface="B Titr" panose="00000700000000000000" pitchFamily="2" charset="-78"/>
              </a:rPr>
              <a:t>( </a:t>
            </a:r>
            <a:r>
              <a:rPr lang="fa-IR" sz="3600" dirty="0">
                <a:solidFill>
                  <a:srgbClr val="FFFF00"/>
                </a:solidFill>
                <a:cs typeface="B Titr" panose="00000700000000000000" pitchFamily="2" charset="-78"/>
              </a:rPr>
              <a:t>نگرشی نو به سرمایه </a:t>
            </a:r>
            <a:r>
              <a:rPr lang="fa-IR" sz="3600" dirty="0">
                <a:cs typeface="B Titr" panose="00000700000000000000" pitchFamily="2" charset="-78"/>
              </a:rPr>
              <a:t>)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2" name="AutoShape 2" descr="یا موسی بن جعفر الکاظم">
            <a:extLst>
              <a:ext uri="{FF2B5EF4-FFF2-40B4-BE49-F238E27FC236}">
                <a16:creationId xmlns:a16="http://schemas.microsoft.com/office/drawing/2014/main" id="{03311601-8F7C-5827-AA12-57FFAB644E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0BE812-1CE2-D07B-0D17-09715DDFF7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181" y="1199184"/>
            <a:ext cx="4432140" cy="445855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9049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8A459-4A96-4E64-B300-884B5326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72A34C-2D11-19B1-840E-257D8FC39207}"/>
              </a:ext>
            </a:extLst>
          </p:cNvPr>
          <p:cNvSpPr/>
          <p:nvPr/>
        </p:nvSpPr>
        <p:spPr>
          <a:xfrm flipH="1">
            <a:off x="419259" y="-1"/>
            <a:ext cx="7735389" cy="6858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7578A7-C3D9-442F-90C0-92D106178503}"/>
              </a:ext>
            </a:extLst>
          </p:cNvPr>
          <p:cNvSpPr/>
          <p:nvPr/>
        </p:nvSpPr>
        <p:spPr>
          <a:xfrm>
            <a:off x="2033820" y="78815"/>
            <a:ext cx="3429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بِسْمِ اللهِ الرَّحْمنِ الرَّحِیمِ</a:t>
            </a:r>
            <a:endParaRPr lang="fa-IR" sz="2000" b="1" kern="0" dirty="0">
              <a:solidFill>
                <a:srgbClr val="EE6A8D">
                  <a:lumMod val="50000"/>
                </a:srgbClr>
              </a:solidFill>
              <a:latin typeface="Vidaloka"/>
              <a:ea typeface="Vidaloka"/>
              <a:cs typeface="B Titr" panose="00000700000000000000" pitchFamily="2" charset="-78"/>
              <a:sym typeface="Vidalok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A57C5-D975-4BA2-B76D-7FE7BC6F9199}"/>
              </a:ext>
            </a:extLst>
          </p:cNvPr>
          <p:cNvSpPr/>
          <p:nvPr/>
        </p:nvSpPr>
        <p:spPr>
          <a:xfrm>
            <a:off x="417861" y="264639"/>
            <a:ext cx="8094924" cy="2177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rtl="1">
              <a:lnSpc>
                <a:spcPct val="150000"/>
              </a:lnSpc>
              <a:buClr>
                <a:srgbClr val="000000"/>
              </a:buClr>
              <a:defRPr/>
            </a:pPr>
            <a:r>
              <a:rPr lang="fa-IR" sz="32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		</a:t>
            </a: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اَللهمَّ کُن لولیَّک الحُجةِ بنِ الحَسَنِ صَلَواتُکَ عَلَیهِ و عَلی آبائهِ</a:t>
            </a:r>
          </a:p>
          <a:p>
            <a:pPr algn="ctr" defTabSz="685800" rtl="1">
              <a:lnSpc>
                <a:spcPct val="150000"/>
              </a:lnSpc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خدایا باش برای وَلیَّت حُجَّتِ بنِ الحَسَن که درودهایت بر او و پدرانش باد </a:t>
            </a:r>
          </a:p>
          <a:p>
            <a:pPr algn="ctr" defTabSz="685800" rtl="1">
              <a:lnSpc>
                <a:spcPct val="150000"/>
              </a:lnSpc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                                          فی هذهِ السّاعةِ ، و فی کُلّ ساعَة </a:t>
            </a:r>
          </a:p>
          <a:p>
            <a:pPr algn="ctr" defTabSz="685800" rtl="1">
              <a:lnSpc>
                <a:spcPct val="150000"/>
              </a:lnSpc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	                             </a:t>
            </a:r>
            <a:r>
              <a:rPr lang="fa-IR" sz="2000" b="1" kern="0" dirty="0">
                <a:solidFill>
                  <a:srgbClr val="0070C0"/>
                </a:solidFill>
                <a:latin typeface="Arial"/>
                <a:cs typeface="B Titr" panose="00000700000000000000" pitchFamily="2" charset="-78"/>
                <a:sym typeface="Arial"/>
              </a:rPr>
              <a:t>در این ساعت ، و در تمام ساعت ها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886CB5-CB60-4CB4-B354-8BEF1DFDACE9}"/>
              </a:ext>
            </a:extLst>
          </p:cNvPr>
          <p:cNvSpPr/>
          <p:nvPr/>
        </p:nvSpPr>
        <p:spPr>
          <a:xfrm>
            <a:off x="3799147" y="2525972"/>
            <a:ext cx="23936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وَلیّا 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سرپرست</a:t>
            </a: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E1E218-C4BB-4116-B8C9-46D3293697D8}"/>
              </a:ext>
            </a:extLst>
          </p:cNvPr>
          <p:cNvSpPr/>
          <p:nvPr/>
        </p:nvSpPr>
        <p:spPr>
          <a:xfrm>
            <a:off x="3841314" y="2956882"/>
            <a:ext cx="23679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وَحافظاً 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نگهبان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F877F2-C027-40E5-A0AE-B4C9501189D5}"/>
              </a:ext>
            </a:extLst>
          </p:cNvPr>
          <p:cNvSpPr/>
          <p:nvPr/>
        </p:nvSpPr>
        <p:spPr>
          <a:xfrm>
            <a:off x="3998622" y="3454180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وَقائِداً 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رهبر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C551B-A0D7-4289-958D-4BD4B9F34A86}"/>
              </a:ext>
            </a:extLst>
          </p:cNvPr>
          <p:cNvSpPr/>
          <p:nvPr/>
        </p:nvSpPr>
        <p:spPr>
          <a:xfrm>
            <a:off x="4042861" y="3945546"/>
            <a:ext cx="21467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وَناصِراً 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یاور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31608D-608D-433F-A1DE-471207B02D80}"/>
              </a:ext>
            </a:extLst>
          </p:cNvPr>
          <p:cNvSpPr/>
          <p:nvPr/>
        </p:nvSpPr>
        <p:spPr>
          <a:xfrm>
            <a:off x="3857130" y="4439155"/>
            <a:ext cx="23423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وَدَلیلاً 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راهنما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D2C6BD-34AF-4F3A-AA5F-DFDFB47AF033}"/>
              </a:ext>
            </a:extLst>
          </p:cNvPr>
          <p:cNvSpPr/>
          <p:nvPr/>
        </p:nvSpPr>
        <p:spPr>
          <a:xfrm>
            <a:off x="3165806" y="4916188"/>
            <a:ext cx="30139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tabLst>
                <a:tab pos="58738" algn="l"/>
              </a:tabLst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وَعَیناً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دیده بان باش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D064F7-D773-4292-9450-03549A36ABFE}"/>
              </a:ext>
            </a:extLst>
          </p:cNvPr>
          <p:cNvSpPr/>
          <p:nvPr/>
        </p:nvSpPr>
        <p:spPr>
          <a:xfrm>
            <a:off x="501120" y="5469827"/>
            <a:ext cx="76716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حَتّی تُسکِنَهُ اَرضَکَ طَوعاً        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تا ایشان را آن طور که خوش آیند اوست</a:t>
            </a:r>
          </a:p>
          <a:p>
            <a:pPr algn="ct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                                                  بر روی زمین سکونت دهی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F40DBA-37F5-4A09-BF22-1053E117756D}"/>
              </a:ext>
            </a:extLst>
          </p:cNvPr>
          <p:cNvSpPr/>
          <p:nvPr/>
        </p:nvSpPr>
        <p:spPr>
          <a:xfrm>
            <a:off x="562903" y="6308976"/>
            <a:ext cx="68714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 تُمَتّعَهُ فیها طَویلاً                 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برای مدت زمانی طولانی بهره مندش بفرمایی.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B961F8-DF5D-F526-8A0D-E23BEE6898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990" y="444716"/>
            <a:ext cx="4059675" cy="58245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86993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80C8E-E8A0-D854-C011-6D633B6F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404EC404-97B4-AB1D-AC7F-1775E539A9C3}"/>
              </a:ext>
            </a:extLst>
          </p:cNvPr>
          <p:cNvGrpSpPr/>
          <p:nvPr/>
        </p:nvGrpSpPr>
        <p:grpSpPr>
          <a:xfrm flipH="1">
            <a:off x="8377083" y="3433038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6C1B9DFB-C501-809A-BC42-64A8F6194D45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1804D125-045F-A4AC-EFB4-FFFFD0C94846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5B88AB01-CAD0-A0D0-D80B-27991468B206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C4CE68B3-3186-4CFA-DB42-297B1EF8C3E4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84BCCCAE-61D3-5A9A-D622-738E0BF55874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5E15C7EC-2EB7-8A04-9FCF-F18416F71293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808D406C-D7E1-8A91-1FDC-8EFB5E3F4C10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70D97495-FB7A-4E91-2C74-AB5D8150E241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0ED7C7EA-5CE1-0C37-8494-068BC8CC6329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560BA40B-E8D9-1806-E480-91B76303BFB0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4F7D77BE-70D2-C26A-B733-598106F06335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085FD604-BB9E-95B2-DF64-FDF9739E27A5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C0CC9E79-C6CB-95F3-7036-4E1C5097C6B6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45DC935B-233D-5BFC-846F-A4A9B8D84963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396F968D-ECFE-F05C-DAC1-6DA4E54B9576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81506B0D-5043-B07F-410C-1C793BF1A2C5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3B2837AA-C400-44DB-84E3-50964F467207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F42DE0F0-CCBD-C593-68AE-0ABED61C007F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7346C366-0C05-1780-D685-36851A315999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ABF5487E-CBEC-95BE-6FF3-D6539479923E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5424578E-B078-DD9F-8225-48D5B5D2D6FA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EC2EBB02-D042-8F0E-4B8E-84AD5D374FD9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1456F775-C74A-F65A-EA86-BA0D33DDF321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CB2127E7-CCBF-968B-ED5B-0982BC128792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5E4E7017-F8A0-CDA0-3E71-E0433A9840E8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53597A06-2E41-F2BD-A337-09ED88086F6C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6D6FDEF4-19A9-6AA7-5236-236A1E4A7976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DBA0FE7E-558E-DBE9-3FD7-1D9DD3045D51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64E8AFBF-D145-F657-9553-CFB8F1E120F0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429AF749-1DF1-53CA-D1B7-6FF14E2B42E0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735FC911-E367-31EE-9809-852356914583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1C32C587-646E-3C26-1A28-89BEAEE548EC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176B061D-108D-8967-F87F-BC79F7BF0B9E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8E7C3504-01F0-795A-3AD8-05DC12D7040B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A9A947B4-2418-1438-2BAC-E8F1A2752028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340555C7-6252-C52B-8624-EC456ACBA9CF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0A54E82B-4E81-8D08-DD9D-C1ADE655D916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0A103004-7AC8-D378-4C88-0459FD60008B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AB83552D-5048-A7CB-4D2C-332624B49C5D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EA391F99-F367-C4FB-9ABA-0E1AD6B5530C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59E7188F-2BFA-0EC7-373F-0DE91C76F881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A79490C8-39BC-89A9-02CB-87870D4E4BF0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DD2200FC-6683-F02E-0694-9DC54D41E4B5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75964A27-21A4-BF9B-89F1-8C8E4AF577F8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FD7251AE-D6F8-3D3C-C82F-672F0C5BDDE8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D9D40A85-F5E2-4227-C794-478253059ED4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2635B678-262E-3B03-EB84-0C894B243C5D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8612A85D-127D-74F2-2B8B-E56D4C046A9E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34E80341-12D8-38FA-89E7-4A0F5A4F7B44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304EF5F6-A978-97FB-0DEB-0EABE9B6CB2E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647367C2-64F8-E71E-F582-ECAB634A901B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7005197C-D6DE-4F22-7B20-350B67101FC2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82F7DC65-2AA8-C578-971E-4105FF0F59F1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492595FF-4C4E-BB53-1175-3B2742743310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CFE65F83-0D18-CF0A-9E87-687070C27A7C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A6C7F666-87BB-9184-A905-105C2B882753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4EBC307F-F4C8-CC71-7362-15B16C0499DE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FD73B166-5EC3-70CF-3492-F6BA4887814F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D5827038-FDF3-195B-3258-E6C7E7A34662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694A03B9-5A4C-968C-2A17-2B82A8D9F8B9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60CECFE6-99B4-1CCE-44FF-47D4987701E2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DAD10742-908E-335C-9D60-AD5F70BA17EC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72B9110D-EA8D-6528-B1CC-DC8921EE5324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E0CFDD7A-0176-92AA-BC3C-6B6D4DD0479E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F322CA3B-3260-D2F1-2C5E-8A1E84647669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B00832F2-B8CD-641F-160D-C80D567EC156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CAC4C301-FEF7-74D7-B622-856AEA003F87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AACEAAAC-12EC-18D2-EA36-985D96B81DF3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8F8FFBD7-D371-5ED0-CC4E-4D4275F8C274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2B0CB89D-68E2-03A0-E5BA-848CC4D803B7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090EE377-63A5-B37C-5D07-6E0A76C2DC5A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6E157C6F-5F84-790D-4427-D630C8004952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F869D543-414E-1677-542E-6939167B92B5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F51F1941-1C20-62F1-21EC-B4DECD7AF22F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8DCB4307-DDEC-CD25-0B34-BA2B5604369C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E62B6271-890E-D149-7F69-5D0CDD1B6BFF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69173777-D2EC-A42A-7127-00469B673248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FC114A46-73F8-917D-463A-6AA4694990ED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9ECB2CEF-354C-0448-4062-5661D40E2C4E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1FB5D995-2D64-7F53-0128-CB92B1423C54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4F18A434-A75E-24A1-6C80-FD5C3875DD4C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5CC23026-7535-E59E-96F2-549467FCEC50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C4B51FD2-51CC-94F2-EB02-F5EF6D64747A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668ED7B9-7BE3-BF2D-150B-85F6CBDF9C38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27812705-7FFD-6CF8-E5E7-2E292608A298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14C31CBB-E2D0-A060-6A40-D2314161AA82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ADD8A8AF-8A96-C1E4-BDE8-B22A8953DB6F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E2C43CC8-15D8-EBAB-3AE8-6A3CE213B7AF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0AE90F12-BA7B-C6CF-BEEA-30AD2072B11D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E7AFE30D-37FF-12CF-40A6-5617DB0D7D13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6403D91D-B19D-FF0C-B812-7E32BD64C28A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DCBE40F9-C743-7955-2F2A-5DD5D272E21F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9CD95874-DFEC-44A5-BF54-FA5B4D14388D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7BD8A77E-007C-14D1-0F0C-93BEBCC4E187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24EDD520-ECEC-E86E-3EE1-3469823AA4C2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9DCA66F7-910B-2A0D-A8DA-E61000AE9624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953C0D0B-A86D-A4B7-E30A-BED07AA6587F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8B7056CB-5759-0B5E-9BDF-3D8B0665A3A0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8DF41F18-1577-8E90-4B6C-C86ADC2CDD06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DEE36818-3D50-202F-D622-A7933CA7CCC6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ABB52CE7-533B-6D76-3BEE-DDA263AEF506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1A0684BB-10C9-A012-327E-B6FB1ADE3D95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55075AC0-4B33-78F1-9B5B-A1FF86B98766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DE61327C-976F-C93B-1645-C4574209A9B8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079DD56D-B374-101D-5E56-D7DBAC87CCBE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F7F284F2-E04D-E78F-38FD-6C7A3D5D474D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57B14CD9-91B1-38A7-68AB-0330FBED064B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3DB6D0BE-C17D-1761-224C-9E72DA7BCF41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C8CDB352-2138-4CDC-A00A-76970693B887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264D441D-41C1-62BA-46F2-D0CFD081E9D2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66111560-89E1-0999-E751-A9BE5916AB29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E97581E4-B907-1EC5-BFC5-E63F8BD124C4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3542DB36-637B-4644-3B65-DEB741A9528C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49712B6-80EE-505D-E134-F7ED4DDF3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820" y="1360509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1B21FA-9474-2761-5567-2B50F3B25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B129DF-6FA8-665E-8097-5AEA99E4EA8F}"/>
              </a:ext>
            </a:extLst>
          </p:cNvPr>
          <p:cNvSpPr/>
          <p:nvPr/>
        </p:nvSpPr>
        <p:spPr>
          <a:xfrm>
            <a:off x="1347650" y="1811627"/>
            <a:ext cx="9496697" cy="4571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06D5084-5B82-9182-0190-7C84D1EFC5C8}"/>
              </a:ext>
            </a:extLst>
          </p:cNvPr>
          <p:cNvSpPr txBox="1"/>
          <p:nvPr/>
        </p:nvSpPr>
        <p:spPr>
          <a:xfrm>
            <a:off x="0" y="-97819"/>
            <a:ext cx="1182820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آنچه تقدیم می شود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 برگرفته از اعتقاد در </a:t>
            </a: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دین</a:t>
            </a: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 و </a:t>
            </a: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مذهب</a:t>
            </a: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 شماست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C3C7B-379C-7AB7-912B-271072408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8351" r="4797"/>
          <a:stretch/>
        </p:blipFill>
        <p:spPr>
          <a:xfrm>
            <a:off x="2379720" y="1906423"/>
            <a:ext cx="7432555" cy="438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3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12BB0E-EDB8-09FD-BDDD-D4B30DD7B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27850"/>
          <a:stretch>
            <a:fillRect/>
          </a:stretch>
        </p:blipFill>
        <p:spPr>
          <a:xfrm>
            <a:off x="0" y="109099"/>
            <a:ext cx="6728119" cy="2880348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128657" y="1756930"/>
            <a:ext cx="4588654" cy="1013664"/>
          </a:xfrm>
          <a:noFill/>
        </p:spPr>
        <p:txBody>
          <a:bodyPr/>
          <a:lstStyle/>
          <a:p>
            <a:r>
              <a:rPr lang="fa-IR" sz="11500" dirty="0">
                <a:cs typeface="B Titr" panose="00000700000000000000" pitchFamily="2" charset="-78"/>
              </a:rPr>
              <a:t>سرمایه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-2068331" y="4047992"/>
            <a:ext cx="11233113" cy="495574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dirty="0">
                <a:solidFill>
                  <a:srgbClr val="002060"/>
                </a:solidFill>
                <a:cs typeface="B Titr" panose="00000700000000000000" pitchFamily="2" charset="-78"/>
              </a:rPr>
              <a:t>به نیابت ازحضرت مهدی </a:t>
            </a: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علیه السلام </a:t>
            </a:r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>
              <a:lnSpc>
                <a:spcPct val="150000"/>
              </a:lnSpc>
            </a:pPr>
            <a:r>
              <a:rPr lang="fa-IR" dirty="0">
                <a:solidFill>
                  <a:srgbClr val="002060"/>
                </a:solidFill>
                <a:cs typeface="B Titr" panose="00000700000000000000" pitchFamily="2" charset="-78"/>
              </a:rPr>
              <a:t>هدیه به</a:t>
            </a:r>
            <a:r>
              <a:rPr lang="en-US" dirty="0">
                <a:solidFill>
                  <a:srgbClr val="002060"/>
                </a:solidFill>
                <a:cs typeface="B Titr" panose="00000700000000000000" pitchFamily="2" charset="-78"/>
              </a:rPr>
              <a:t> </a:t>
            </a:r>
            <a:r>
              <a:rPr lang="fa-IR" dirty="0">
                <a:solidFill>
                  <a:srgbClr val="002060"/>
                </a:solidFill>
                <a:cs typeface="B Titr" panose="00000700000000000000" pitchFamily="2" charset="-78"/>
              </a:rPr>
              <a:t>ساحت مقدس حضرت فاطمه معصومه </a:t>
            </a: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سلام الله علیها</a:t>
            </a:r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32500" y="3732862"/>
            <a:ext cx="2314408" cy="0"/>
          </a:xfrm>
          <a:prstGeom prst="line">
            <a:avLst/>
          </a:prstGeom>
          <a:ln w="28575">
            <a:solidFill>
              <a:srgbClr val="084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C08C195-D3E7-C55C-4A32-6BB07354F9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242" y="727475"/>
            <a:ext cx="1143634" cy="1000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F4091F-C36E-42BC-D0C1-CBFBAF65EF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6" r="20273"/>
          <a:stretch>
            <a:fillRect/>
          </a:stretch>
        </p:blipFill>
        <p:spPr>
          <a:xfrm>
            <a:off x="7128163" y="667821"/>
            <a:ext cx="4979699" cy="55223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8309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D4C8-B1ED-FDD4-29A6-4D1781AC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92CADB-276B-DEBB-0819-46F52D222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27850"/>
          <a:stretch>
            <a:fillRect/>
          </a:stretch>
        </p:blipFill>
        <p:spPr>
          <a:xfrm>
            <a:off x="0" y="109099"/>
            <a:ext cx="6728119" cy="2880348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8E8F30-421B-21B8-67CE-2430E81E7C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279280" y="1851811"/>
            <a:ext cx="7741227" cy="1013664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sz="8800" u="sng" dirty="0">
                <a:cs typeface="B Titr" panose="00000700000000000000" pitchFamily="2" charset="-78"/>
              </a:rPr>
              <a:t>8</a:t>
            </a:r>
            <a:r>
              <a:rPr lang="fa-IR" sz="8800" dirty="0">
                <a:cs typeface="B Titr" panose="00000700000000000000" pitchFamily="2" charset="-78"/>
              </a:rPr>
              <a:t> سرمایه</a:t>
            </a:r>
          </a:p>
          <a:p>
            <a:pPr>
              <a:lnSpc>
                <a:spcPct val="150000"/>
              </a:lnSpc>
            </a:pPr>
            <a:r>
              <a:rPr lang="fa-IR" sz="8800" dirty="0">
                <a:cs typeface="B Titr" panose="00000700000000000000" pitchFamily="2" charset="-78"/>
              </a:rPr>
              <a:t> </a:t>
            </a:r>
            <a:r>
              <a:rPr lang="fa-IR" sz="8000" dirty="0">
                <a:cs typeface="B Titr" panose="00000700000000000000" pitchFamily="2" charset="-78"/>
              </a:rPr>
              <a:t>در زندگی دنیا</a:t>
            </a:r>
            <a:endParaRPr lang="fa-IR" sz="8800" dirty="0">
              <a:cs typeface="B Titr" panose="00000700000000000000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754550-336E-0DF0-3456-88C5F0B27721}"/>
              </a:ext>
            </a:extLst>
          </p:cNvPr>
          <p:cNvCxnSpPr>
            <a:cxnSpLocks/>
          </p:cNvCxnSpPr>
          <p:nvPr/>
        </p:nvCxnSpPr>
        <p:spPr>
          <a:xfrm>
            <a:off x="962434" y="6029252"/>
            <a:ext cx="5257800" cy="0"/>
          </a:xfrm>
          <a:prstGeom prst="line">
            <a:avLst/>
          </a:prstGeom>
          <a:ln w="28575">
            <a:solidFill>
              <a:srgbClr val="084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BE75308-B9B6-E338-2B01-8BF9FA6198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242" y="727475"/>
            <a:ext cx="1143634" cy="1000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E83E94-99F3-5F9D-15D5-6BFDEFF4A5D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6" r="20273"/>
          <a:stretch>
            <a:fillRect/>
          </a:stretch>
        </p:blipFill>
        <p:spPr>
          <a:xfrm>
            <a:off x="7128163" y="667821"/>
            <a:ext cx="4979699" cy="55223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098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6B94EB-D28F-447C-BFF0-80AE860A2E17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39889" y="413150"/>
            <a:ext cx="4588654" cy="1013664"/>
          </a:xfrm>
        </p:spPr>
        <p:txBody>
          <a:bodyPr/>
          <a:lstStyle/>
          <a:p>
            <a:r>
              <a:rPr lang="fa-IR" sz="7200" dirty="0">
                <a:cs typeface="B Titr" panose="00000700000000000000" pitchFamily="2" charset="-78"/>
              </a:rPr>
              <a:t>زمان و عمر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4592781" y="826464"/>
            <a:ext cx="6733309" cy="5044868"/>
          </a:xfrm>
        </p:spPr>
        <p:txBody>
          <a:bodyPr>
            <a:normAutofit fontScale="325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ارزشمندترین </a:t>
            </a:r>
            <a:r>
              <a:rPr lang="fa-IR" sz="9600" dirty="0">
                <a:solidFill>
                  <a:srgbClr val="0070C0"/>
                </a:solidFill>
                <a:cs typeface="B Titr" panose="00000700000000000000" pitchFamily="2" charset="-78"/>
              </a:rPr>
              <a:t>سرمایه ای 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که همواره در حال تمام شدن است.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نحوه استفاده از این سرمایه تعیین‌کننده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</a:t>
            </a:r>
            <a:r>
              <a:rPr lang="fa-IR" sz="9600" dirty="0">
                <a:solidFill>
                  <a:srgbClr val="C00000"/>
                </a:solidFill>
                <a:cs typeface="B Titr" panose="00000700000000000000" pitchFamily="2" charset="-78"/>
              </a:rPr>
              <a:t>کیفیت زندگی 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و </a:t>
            </a:r>
            <a:r>
              <a:rPr lang="fa-IR" sz="9600" dirty="0">
                <a:solidFill>
                  <a:srgbClr val="C00000"/>
                </a:solidFill>
                <a:cs typeface="B Titr" panose="00000700000000000000" pitchFamily="2" charset="-78"/>
              </a:rPr>
              <a:t>آینده 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شماست. </a:t>
            </a:r>
          </a:p>
          <a:p>
            <a:pPr algn="ctr"/>
            <a:endParaRPr lang="fa-IR" sz="50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1200" dirty="0">
                <a:solidFill>
                  <a:srgbClr val="00B050"/>
                </a:solidFill>
                <a:cs typeface="B Titr" panose="00000700000000000000" pitchFamily="2" charset="-78"/>
              </a:rPr>
              <a:t>خداوند متعال </a:t>
            </a:r>
            <a:r>
              <a:rPr lang="fa-IR" sz="11200" dirty="0">
                <a:solidFill>
                  <a:srgbClr val="002060"/>
                </a:solidFill>
                <a:cs typeface="B Titr" panose="00000700000000000000" pitchFamily="2" charset="-78"/>
              </a:rPr>
              <a:t>به این </a:t>
            </a:r>
            <a:r>
              <a:rPr lang="fa-IR" sz="11200" dirty="0">
                <a:solidFill>
                  <a:srgbClr val="0070C0"/>
                </a:solidFill>
                <a:cs typeface="B Titr" panose="00000700000000000000" pitchFamily="2" charset="-78"/>
              </a:rPr>
              <a:t>سرمایه</a:t>
            </a:r>
            <a:r>
              <a:rPr lang="fa-IR" sz="11200" dirty="0">
                <a:solidFill>
                  <a:srgbClr val="002060"/>
                </a:solidFill>
                <a:cs typeface="B Titr" panose="00000700000000000000" pitchFamily="2" charset="-78"/>
              </a:rPr>
              <a:t> سوگند یاد می‌کند.</a:t>
            </a:r>
          </a:p>
          <a:p>
            <a:pPr algn="ctr"/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05FD9-56D8-13D8-14BF-93EC31E6F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78" y="2080509"/>
            <a:ext cx="3790823" cy="379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12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42F09-29AE-C87B-002C-B5D30A32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41D31D2-8247-5A8F-DEB3-7570C237A1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F499B4-E57E-9D73-355D-72B2B4D44A5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469419-12A4-6D11-7CEA-BF1074C2A9C5}"/>
              </a:ext>
            </a:extLst>
          </p:cNvPr>
          <p:cNvSpPr/>
          <p:nvPr/>
        </p:nvSpPr>
        <p:spPr>
          <a:xfrm>
            <a:off x="4592781" y="365463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EF34FD-0B09-A0BC-4CDB-44328EA991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889" y="413150"/>
            <a:ext cx="4588654" cy="1013664"/>
          </a:xfrm>
        </p:spPr>
        <p:txBody>
          <a:bodyPr/>
          <a:lstStyle/>
          <a:p>
            <a:r>
              <a:rPr lang="fa-IR" sz="7200" dirty="0">
                <a:cs typeface="B Titr" panose="00000700000000000000" pitchFamily="2" charset="-78"/>
              </a:rPr>
              <a:t>زمان و عمر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C7A511-1BA6-A880-ED57-327992593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781" y="826464"/>
            <a:ext cx="6733309" cy="5044868"/>
          </a:xfrm>
        </p:spPr>
        <p:txBody>
          <a:bodyPr>
            <a:normAutofit fontScale="92500" lnSpcReduction="1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500" dirty="0">
                <a:solidFill>
                  <a:srgbClr val="00B050"/>
                </a:solidFill>
                <a:cs typeface="B Titr" panose="00000700000000000000" pitchFamily="2" charset="-78"/>
              </a:rPr>
              <a:t>وَالْعَصْرِ </a:t>
            </a:r>
          </a:p>
          <a:p>
            <a:pPr algn="ctr"/>
            <a:r>
              <a:rPr lang="fa-IR" dirty="0">
                <a:solidFill>
                  <a:srgbClr val="00B050"/>
                </a:solidFill>
                <a:cs typeface="B Titr" panose="00000700000000000000" pitchFamily="2" charset="-78"/>
              </a:rPr>
              <a:t>(سوره عصرآیه 1) 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سوگند به </a:t>
            </a:r>
            <a:r>
              <a:rPr lang="fa-IR" sz="9600" dirty="0">
                <a:solidFill>
                  <a:srgbClr val="C00000"/>
                </a:solidFill>
                <a:cs typeface="B Titr" panose="00000700000000000000" pitchFamily="2" charset="-78"/>
              </a:rPr>
              <a:t>زمان</a:t>
            </a:r>
          </a:p>
          <a:p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F75CC-2862-28C5-226A-886091B2C7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78" y="2080509"/>
            <a:ext cx="3790823" cy="379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49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1B3E6-9442-AFD0-6197-35F13B87A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00B1E3-CA80-EE0E-20CB-EDC333AF7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96" y="1821669"/>
            <a:ext cx="3827409" cy="39139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00F6B8-494D-CAFD-992B-02610F24F1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4E908F-3F50-F361-2841-622C3B2A3BE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289E4B-4748-C2A6-E194-25150E1F9FDD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63490B-B1A4-1C6C-E0C3-D121F15FE4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67436" y="413150"/>
            <a:ext cx="4764127" cy="1013664"/>
          </a:xfrm>
        </p:spPr>
        <p:txBody>
          <a:bodyPr/>
          <a:lstStyle/>
          <a:p>
            <a:r>
              <a:rPr lang="fa-IR" sz="6600" dirty="0">
                <a:cs typeface="B Titr" panose="00000700000000000000" pitchFamily="2" charset="-78"/>
              </a:rPr>
              <a:t>دانش و مهارت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EDE98F-0FD5-5D30-003B-0903251C37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3563" y="555599"/>
            <a:ext cx="6733309" cy="5044868"/>
          </a:xfrm>
        </p:spPr>
        <p:txBody>
          <a:bodyPr>
            <a:normAutofit fontScale="325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کسب تخصص در یک زمینه 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و در پی یادگیری مطلب جدید بودن</a:t>
            </a:r>
          </a:p>
          <a:p>
            <a:pPr algn="ctr"/>
            <a:r>
              <a:rPr lang="fa-IR" sz="9600" dirty="0">
                <a:solidFill>
                  <a:srgbClr val="00B0F0"/>
                </a:solidFill>
                <a:cs typeface="B Titr" panose="00000700000000000000" pitchFamily="2" charset="-78"/>
              </a:rPr>
              <a:t>سرمایه‌هایی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هستند که کسی نمی‌تواند آن‌ها را از شما بگیرد.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و این ها </a:t>
            </a:r>
            <a:r>
              <a:rPr lang="fa-IR" sz="9600" dirty="0">
                <a:solidFill>
                  <a:srgbClr val="C00000"/>
                </a:solidFill>
                <a:cs typeface="B Titr" panose="00000700000000000000" pitchFamily="2" charset="-78"/>
              </a:rPr>
              <a:t>مسیر زندگی‌تان 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را شکل می‌دهد.</a:t>
            </a:r>
          </a:p>
          <a:p>
            <a:pPr algn="ctr"/>
            <a:r>
              <a:rPr lang="fa-IR" sz="9600" dirty="0">
                <a:solidFill>
                  <a:srgbClr val="00B050"/>
                </a:solidFill>
                <a:cs typeface="B Titr" panose="00000700000000000000" pitchFamily="2" charset="-78"/>
              </a:rPr>
              <a:t>پیامبران الهی 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نیز خواهان افزایش آن بودند. </a:t>
            </a: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582809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51ADB-FFF6-1728-4D7B-795D031E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13228B-44D1-9F15-05AE-459C299CB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96" y="1821669"/>
            <a:ext cx="3827409" cy="39139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92D5AB-8988-B591-9915-C2FB1B8A289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29D650-F05C-0558-30BD-D78B2A71B8B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231DEA-89FB-0ECE-793F-C3EE4CC8ACE8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126008-23C2-A319-BFDB-387ECF8E44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67436" y="413150"/>
            <a:ext cx="4764127" cy="1013664"/>
          </a:xfrm>
        </p:spPr>
        <p:txBody>
          <a:bodyPr/>
          <a:lstStyle/>
          <a:p>
            <a:r>
              <a:rPr lang="fa-IR" sz="6600" dirty="0">
                <a:cs typeface="B Titr" panose="00000700000000000000" pitchFamily="2" charset="-78"/>
              </a:rPr>
              <a:t>دانش و مهارت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9BCD0E-1F26-04AD-9AA3-F001D9908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3563" y="555599"/>
            <a:ext cx="6733309" cy="5044868"/>
          </a:xfrm>
        </p:spPr>
        <p:txBody>
          <a:bodyPr>
            <a:normAutofit fontScale="325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7600" dirty="0">
                <a:solidFill>
                  <a:srgbClr val="00B050"/>
                </a:solidFill>
                <a:cs typeface="B Titr" panose="00000700000000000000" pitchFamily="2" charset="-78"/>
              </a:rPr>
              <a:t>وَقُلْ رَبِّ زِدْنِي عِلْمًا </a:t>
            </a:r>
          </a:p>
          <a:p>
            <a:pPr algn="ctr"/>
            <a:r>
              <a:rPr lang="fa-IR" sz="7000" dirty="0">
                <a:solidFill>
                  <a:srgbClr val="00B050"/>
                </a:solidFill>
                <a:cs typeface="B Titr" panose="00000700000000000000" pitchFamily="2" charset="-78"/>
              </a:rPr>
              <a:t>(سوره طه آیه 114)</a:t>
            </a:r>
          </a:p>
          <a:p>
            <a:pPr algn="ctr"/>
            <a:endParaRPr lang="fa-IR" sz="62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4800" dirty="0">
                <a:solidFill>
                  <a:srgbClr val="002060"/>
                </a:solidFill>
                <a:cs typeface="B Titr" panose="00000700000000000000" pitchFamily="2" charset="-78"/>
              </a:rPr>
              <a:t>و بگو خدایا </a:t>
            </a:r>
            <a:r>
              <a:rPr lang="fa-IR" sz="14800" dirty="0">
                <a:solidFill>
                  <a:srgbClr val="C00000"/>
                </a:solidFill>
                <a:cs typeface="B Titr" panose="00000700000000000000" pitchFamily="2" charset="-78"/>
              </a:rPr>
              <a:t>علم</a:t>
            </a:r>
            <a:r>
              <a:rPr lang="fa-IR" sz="14800" dirty="0">
                <a:solidFill>
                  <a:srgbClr val="002060"/>
                </a:solidFill>
                <a:cs typeface="B Titr" panose="00000700000000000000" pitchFamily="2" charset="-78"/>
              </a:rPr>
              <a:t> مرا زیاد بفرما.</a:t>
            </a:r>
          </a:p>
          <a:p>
            <a:pPr algn="ctr"/>
            <a:r>
              <a:rPr lang="fa-IR" sz="5600" dirty="0">
                <a:solidFill>
                  <a:srgbClr val="C00000"/>
                </a:solidFill>
                <a:cs typeface="B Titr" panose="00000700000000000000" pitchFamily="2" charset="-78"/>
              </a:rPr>
              <a:t> </a:t>
            </a:r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1654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E9996-729D-2204-B371-D5ED381BF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996C0B-A8C3-8FAB-12CB-9D0F506FBA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09ADD8-0339-C249-DC5B-7A53FC9BA8D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27CFC8-A292-9CF9-E6C0-BB22D63424AF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04F56F-1C08-229D-6E37-6367BE16FD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6000" dirty="0">
                <a:cs typeface="B Titr" panose="00000700000000000000" pitchFamily="2" charset="-78"/>
              </a:rPr>
              <a:t>خانواده و بستگان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44E799-0790-7762-64DE-FD011F9256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3563" y="555599"/>
            <a:ext cx="6733309" cy="5044868"/>
          </a:xfrm>
        </p:spPr>
        <p:txBody>
          <a:bodyPr>
            <a:normAutofit fontScale="325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منابع بزرگ نشاط، آرامش و موفقیت هستند. 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آنان در سخت‌ترین شرایط 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پشتیبان شما خواهند بود.</a:t>
            </a: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B050"/>
                </a:solidFill>
                <a:cs typeface="B Titr" panose="00000700000000000000" pitchFamily="2" charset="-78"/>
              </a:rPr>
              <a:t> قرآن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، محبّت به این </a:t>
            </a:r>
            <a:r>
              <a:rPr lang="fa-IR" sz="9600" dirty="0">
                <a:solidFill>
                  <a:srgbClr val="00B0F0"/>
                </a:solidFill>
                <a:cs typeface="B Titr" panose="00000700000000000000" pitchFamily="2" charset="-78"/>
              </a:rPr>
              <a:t>سرمایه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را در کنار سایر دلبستگی‌های دنیوی برشمرده است.</a:t>
            </a: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6" name="Picture 5" descr="A family in a house with a heart above it&#10;&#10;AI-generated content may be incorrect.">
            <a:extLst>
              <a:ext uri="{FF2B5EF4-FFF2-40B4-BE49-F238E27FC236}">
                <a16:creationId xmlns:a16="http://schemas.microsoft.com/office/drawing/2014/main" id="{58B573A5-C866-26FB-0621-F6A59B807A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96" y="1844386"/>
            <a:ext cx="3561973" cy="35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85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79FB6-500B-1959-D918-6800CFF0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4F9B1D4-B3AE-7E9E-9579-365F438479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A46614-342B-BD79-B5BF-56ECAD184A8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31391E-7104-6FE7-3AE1-DF686975CE1A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F65EBA-2C3D-F7F9-2FF8-73B98695D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6000" dirty="0">
                <a:cs typeface="B Titr" panose="00000700000000000000" pitchFamily="2" charset="-78"/>
              </a:rPr>
              <a:t>خانواده و بستگان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E25D87-0E36-98D0-371B-212BF53C9F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781" y="125796"/>
            <a:ext cx="6733309" cy="5044868"/>
          </a:xfrm>
        </p:spPr>
        <p:txBody>
          <a:bodyPr>
            <a:normAutofit fontScale="250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70000"/>
              </a:lnSpc>
            </a:pPr>
            <a:r>
              <a:rPr lang="fa-IR" sz="11200" dirty="0">
                <a:solidFill>
                  <a:srgbClr val="00B050"/>
                </a:solidFill>
                <a:cs typeface="B Titr" panose="00000700000000000000" pitchFamily="2" charset="-78"/>
              </a:rPr>
              <a:t>إِنْ كَانَ آبَاؤُكُمْ وَأَبْنَاؤُكُمْ وَإِخْوَانُكُمْ وَأَزْوَاجُكُمْ وعَشِيرَتُكُمْ وَأَمْوَالٌ اقْتَرَفْتُمُوهَا وَتِجَارَةٌ تَخْشَوْنَ  </a:t>
            </a:r>
          </a:p>
          <a:p>
            <a:pPr algn="ctr"/>
            <a:r>
              <a:rPr lang="fa-IR" sz="9600" dirty="0">
                <a:solidFill>
                  <a:srgbClr val="00B050"/>
                </a:solidFill>
                <a:cs typeface="B Titr" panose="00000700000000000000" pitchFamily="2" charset="-78"/>
              </a:rPr>
              <a:t>(سوره توبه آیه 24)</a:t>
            </a:r>
            <a:endParaRPr lang="en-US" sz="9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endParaRPr lang="fa-IR" sz="9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2800" dirty="0">
                <a:solidFill>
                  <a:srgbClr val="C00000"/>
                </a:solidFill>
                <a:cs typeface="B Titr" panose="00000700000000000000" pitchFamily="2" charset="-78"/>
              </a:rPr>
              <a:t>پدران</a:t>
            </a:r>
            <a:r>
              <a:rPr lang="fa-IR" sz="12800" dirty="0">
                <a:solidFill>
                  <a:srgbClr val="002060"/>
                </a:solidFill>
                <a:cs typeface="B Titr" panose="00000700000000000000" pitchFamily="2" charset="-78"/>
              </a:rPr>
              <a:t> شما و </a:t>
            </a:r>
            <a:r>
              <a:rPr lang="fa-IR" sz="12800" dirty="0">
                <a:solidFill>
                  <a:srgbClr val="C00000"/>
                </a:solidFill>
                <a:cs typeface="B Titr" panose="00000700000000000000" pitchFamily="2" charset="-78"/>
              </a:rPr>
              <a:t>فرزندان</a:t>
            </a:r>
            <a:r>
              <a:rPr lang="fa-IR" sz="12800" dirty="0">
                <a:solidFill>
                  <a:srgbClr val="002060"/>
                </a:solidFill>
                <a:cs typeface="B Titr" panose="00000700000000000000" pitchFamily="2" charset="-78"/>
              </a:rPr>
              <a:t> شما و</a:t>
            </a:r>
            <a:r>
              <a:rPr lang="fa-IR" sz="12800" dirty="0">
                <a:solidFill>
                  <a:srgbClr val="C00000"/>
                </a:solidFill>
                <a:cs typeface="B Titr" panose="00000700000000000000" pitchFamily="2" charset="-78"/>
              </a:rPr>
              <a:t> برادران </a:t>
            </a:r>
            <a:r>
              <a:rPr lang="fa-IR" sz="12800" dirty="0">
                <a:solidFill>
                  <a:srgbClr val="002060"/>
                </a:solidFill>
                <a:cs typeface="B Titr" panose="00000700000000000000" pitchFamily="2" charset="-78"/>
              </a:rPr>
              <a:t>شما و</a:t>
            </a:r>
            <a:r>
              <a:rPr lang="fa-IR" sz="12800" dirty="0">
                <a:solidFill>
                  <a:srgbClr val="C00000"/>
                </a:solidFill>
                <a:cs typeface="B Titr" panose="00000700000000000000" pitchFamily="2" charset="-78"/>
              </a:rPr>
              <a:t> همسر </a:t>
            </a:r>
            <a:r>
              <a:rPr lang="fa-IR" sz="12800" dirty="0">
                <a:solidFill>
                  <a:srgbClr val="002060"/>
                </a:solidFill>
                <a:cs typeface="B Titr" panose="00000700000000000000" pitchFamily="2" charset="-78"/>
              </a:rPr>
              <a:t>شما و </a:t>
            </a:r>
            <a:r>
              <a:rPr lang="fa-IR" sz="12800" dirty="0">
                <a:solidFill>
                  <a:srgbClr val="C00000"/>
                </a:solidFill>
                <a:cs typeface="B Titr" panose="00000700000000000000" pitchFamily="2" charset="-78"/>
              </a:rPr>
              <a:t>بستگان</a:t>
            </a:r>
            <a:r>
              <a:rPr lang="fa-IR" sz="12800" dirty="0">
                <a:solidFill>
                  <a:srgbClr val="002060"/>
                </a:solidFill>
                <a:cs typeface="B Titr" panose="00000700000000000000" pitchFamily="2" charset="-78"/>
              </a:rPr>
              <a:t> شما و</a:t>
            </a:r>
            <a:r>
              <a:rPr lang="fa-IR" sz="12800" dirty="0">
                <a:solidFill>
                  <a:srgbClr val="C00000"/>
                </a:solidFill>
                <a:cs typeface="B Titr" panose="00000700000000000000" pitchFamily="2" charset="-78"/>
              </a:rPr>
              <a:t>اموالی</a:t>
            </a:r>
            <a:r>
              <a:rPr lang="fa-IR" sz="12800" dirty="0">
                <a:solidFill>
                  <a:srgbClr val="002060"/>
                </a:solidFill>
                <a:cs typeface="B Titr" panose="00000700000000000000" pitchFamily="2" charset="-78"/>
              </a:rPr>
              <a:t> که فراهم آورده اید و </a:t>
            </a:r>
            <a:r>
              <a:rPr lang="fa-IR" sz="12800" dirty="0">
                <a:solidFill>
                  <a:srgbClr val="C00000"/>
                </a:solidFill>
                <a:cs typeface="B Titr" panose="00000700000000000000" pitchFamily="2" charset="-78"/>
              </a:rPr>
              <a:t>تجارتی</a:t>
            </a:r>
            <a:r>
              <a:rPr lang="fa-IR" sz="12800" dirty="0">
                <a:solidFill>
                  <a:srgbClr val="002060"/>
                </a:solidFill>
                <a:cs typeface="B Titr" panose="00000700000000000000" pitchFamily="2" charset="-78"/>
              </a:rPr>
              <a:t> که از ضعیف شدن آن ترس دارید .</a:t>
            </a:r>
            <a:endParaRPr lang="fa-IR" sz="21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6" name="Picture 5" descr="A family in a house with a heart above it&#10;&#10;AI-generated content may be incorrect.">
            <a:extLst>
              <a:ext uri="{FF2B5EF4-FFF2-40B4-BE49-F238E27FC236}">
                <a16:creationId xmlns:a16="http://schemas.microsoft.com/office/drawing/2014/main" id="{FF1CB460-C75B-699C-2C7E-B52FF43C9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96" y="1844386"/>
            <a:ext cx="3561973" cy="35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83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BF74D-2C6A-F4D6-A74E-BD85BB15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1937E87-C33B-6AB6-8E81-3B6A74F520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4B8E39-1E0E-5C0C-1523-212752AE13F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581B87-D58B-665B-2A17-1E1C4FFA949E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81B734-FD7B-8671-2314-64146C959F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5400" dirty="0">
                <a:cs typeface="B Titr" panose="00000700000000000000" pitchFamily="2" charset="-78"/>
              </a:rPr>
              <a:t>ارزش‌های اخلاقی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AD2B33-6AA4-5F9B-40FC-CF0C4FF871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3563" y="555599"/>
            <a:ext cx="6733309" cy="5044868"/>
          </a:xfrm>
        </p:spPr>
        <p:txBody>
          <a:bodyPr>
            <a:normAutofit fontScale="325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ویژگی‌هایی مانند: 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مهربانی، خوش‌بینی، صداقت، شجاعت، پشتکار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و</a:t>
            </a:r>
            <a:r>
              <a:rPr lang="fa-IR" sz="9600" dirty="0">
                <a:solidFill>
                  <a:srgbClr val="00B0F0"/>
                </a:solidFill>
                <a:cs typeface="B Titr" panose="00000700000000000000" pitchFamily="2" charset="-78"/>
              </a:rPr>
              <a:t> سرمایه‌هایی 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هستند که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شخصیت شما را می‌سازند 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و در روابط و موفقیت‌های شما نقشی مهم دارند.</a:t>
            </a: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68500-B0C7-EDBF-8838-FCB65008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2" y="1969924"/>
            <a:ext cx="3200740" cy="320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3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D1509-D98B-96D9-FA1A-06192476B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4747B4C-DBF5-56B8-225A-5DAD50F170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942134-24E8-327D-C370-4CACD23C8B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68E04E-955A-2B50-922B-42FAB8CDC37D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F17726-8C21-9166-89C1-6B5D806528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5400" dirty="0">
                <a:cs typeface="B Titr" panose="00000700000000000000" pitchFamily="2" charset="-78"/>
              </a:rPr>
              <a:t>ارزش‌های اخلاقی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8149F3-0EF8-9219-9B8F-F27D7DB6A8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3563" y="555599"/>
            <a:ext cx="6733309" cy="5044868"/>
          </a:xfrm>
        </p:spPr>
        <p:txBody>
          <a:bodyPr>
            <a:normAutofit fontScale="250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70000"/>
              </a:lnSpc>
            </a:pPr>
            <a:r>
              <a:rPr lang="fa-IR" sz="26400" dirty="0">
                <a:solidFill>
                  <a:srgbClr val="00B050"/>
                </a:solidFill>
                <a:cs typeface="B Titr" panose="00000700000000000000" pitchFamily="2" charset="-78"/>
              </a:rPr>
              <a:t>وَقُولُوا لِلنَّاسِ حُسْنًا   </a:t>
            </a:r>
          </a:p>
          <a:p>
            <a:pPr algn="ctr">
              <a:lnSpc>
                <a:spcPct val="170000"/>
              </a:lnSpc>
            </a:pPr>
            <a:r>
              <a:rPr lang="fa-IR" sz="7000" dirty="0">
                <a:solidFill>
                  <a:srgbClr val="00B050"/>
                </a:solidFill>
                <a:cs typeface="B Titr" panose="00000700000000000000" pitchFamily="2" charset="-78"/>
              </a:rPr>
              <a:t>(سوره بقره آیه 83)</a:t>
            </a:r>
          </a:p>
          <a:p>
            <a:pPr algn="ctr"/>
            <a:endParaRPr lang="fa-IR" sz="70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24000" dirty="0">
                <a:solidFill>
                  <a:srgbClr val="002060"/>
                </a:solidFill>
                <a:cs typeface="B Titr" panose="00000700000000000000" pitchFamily="2" charset="-78"/>
              </a:rPr>
              <a:t>با مردم با </a:t>
            </a:r>
            <a:r>
              <a:rPr lang="fa-IR" sz="24000" dirty="0">
                <a:solidFill>
                  <a:srgbClr val="C00000"/>
                </a:solidFill>
                <a:cs typeface="B Titr" panose="00000700000000000000" pitchFamily="2" charset="-78"/>
              </a:rPr>
              <a:t>خوش زبانی </a:t>
            </a:r>
          </a:p>
          <a:p>
            <a:pPr algn="ctr"/>
            <a:r>
              <a:rPr lang="fa-IR" sz="24000" dirty="0">
                <a:solidFill>
                  <a:srgbClr val="002060"/>
                </a:solidFill>
                <a:cs typeface="B Titr" panose="00000700000000000000" pitchFamily="2" charset="-78"/>
              </a:rPr>
              <a:t>سخن بگویید.</a:t>
            </a: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91E64-B97B-2BF3-E1C5-DEAAB356C5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2" y="1969924"/>
            <a:ext cx="3200740" cy="320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29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A621-4D65-981F-A186-28CFCF3F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F77D9F2-F87B-B14D-B227-7645B04871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566ED2-9451-AC9D-2B81-2726F8BF3D7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5F374B-FF3B-A337-B37F-05A3BB66722A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AEBC9A-8E66-F36C-1131-AD31F2EAB4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5400" dirty="0">
                <a:cs typeface="B Titr" panose="00000700000000000000" pitchFamily="2" charset="-78"/>
              </a:rPr>
              <a:t>اعتبار و خوش‌نامی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BF7D68-45B0-4CDD-5571-789481AA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3563" y="906566"/>
            <a:ext cx="6733309" cy="5044868"/>
          </a:xfrm>
        </p:spPr>
        <p:txBody>
          <a:bodyPr>
            <a:normAutofit fontScale="325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اعتمادی که دیگران به شما دارند 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و تصویری که از شما در ذهن جامعه وجود دارد.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</a:t>
            </a:r>
          </a:p>
          <a:p>
            <a:pPr algn="ctr"/>
            <a:r>
              <a:rPr lang="fa-IR" sz="9600" dirty="0">
                <a:solidFill>
                  <a:srgbClr val="00B0F0"/>
                </a:solidFill>
                <a:cs typeface="B Titr" panose="00000700000000000000" pitchFamily="2" charset="-78"/>
              </a:rPr>
              <a:t>سرمایه‌ای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است که در طول زمان ساخته می‌شود.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و می‌تواند درها را به روی شما باز کند.</a:t>
            </a: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35E93-5170-066D-14F1-65D3B53C6C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02" y="1562099"/>
            <a:ext cx="3941313" cy="394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40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2911-C64B-0DFB-1314-834E65038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1F9315F-1BA0-3B2D-B767-385D26AF28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B82399-7150-9E34-4783-16D483CBFFA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91E8E5-2145-DEA0-F078-82F78C23E812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5404AC-5E53-7663-9B5B-5E0EB53734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5400" dirty="0">
                <a:cs typeface="B Titr" panose="00000700000000000000" pitchFamily="2" charset="-78"/>
              </a:rPr>
              <a:t>اعتبار و خوش‌نامی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86988E-66FD-0FF6-4EA9-682ED5ADA9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3563" y="906566"/>
            <a:ext cx="6733309" cy="5044868"/>
          </a:xfrm>
        </p:spPr>
        <p:txBody>
          <a:bodyPr>
            <a:normAutofit fontScale="325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B050"/>
                </a:solidFill>
                <a:cs typeface="B Titr" panose="00000700000000000000" pitchFamily="2" charset="-78"/>
              </a:rPr>
              <a:t> </a:t>
            </a:r>
            <a:r>
              <a:rPr lang="fa-IR" sz="11100" dirty="0">
                <a:solidFill>
                  <a:srgbClr val="00B050"/>
                </a:solidFill>
                <a:cs typeface="B Titr" panose="00000700000000000000" pitchFamily="2" charset="-78"/>
              </a:rPr>
              <a:t>هَذَا مِنْ فَضْلِ رَبِّي لِيَبْلُوَنِي اَاَشْكُرُ اَمْ اَكْفُرُ </a:t>
            </a:r>
            <a:endParaRPr lang="fa-IR" sz="9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7400" dirty="0">
                <a:solidFill>
                  <a:srgbClr val="00B050"/>
                </a:solidFill>
                <a:cs typeface="B Titr" panose="00000700000000000000" pitchFamily="2" charset="-78"/>
              </a:rPr>
              <a:t> (سوره نمل آیه 40)</a:t>
            </a:r>
          </a:p>
          <a:p>
            <a:pPr algn="ctr"/>
            <a:endParaRPr lang="fa-IR" sz="9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این از </a:t>
            </a:r>
            <a:r>
              <a:rPr lang="fa-IR" sz="9600" dirty="0">
                <a:solidFill>
                  <a:srgbClr val="C00000"/>
                </a:solidFill>
                <a:cs typeface="B Titr" panose="00000700000000000000" pitchFamily="2" charset="-78"/>
              </a:rPr>
              <a:t>فضل و احسان 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پروردگار من است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برای اینکه مرا آزمایش کند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که آیا سپاس گزارم یا بنده ای ناسپاس هستم؟</a:t>
            </a: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4F224-1E65-60E0-981A-E60F3DB44E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02" y="1562099"/>
            <a:ext cx="3941313" cy="394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22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360D-87A0-DB4C-7887-2BAA066C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707D44B-F24D-B090-43C8-F963F450C1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619A23-4898-F676-6665-B82C93AE20F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C0DE12A-2D7F-8C1D-E599-6C7CEFC0183D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1B6BAF-00E8-15AA-F3F3-87D3A3B25B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5400" dirty="0">
                <a:cs typeface="B Titr" panose="00000700000000000000" pitchFamily="2" charset="-78"/>
              </a:rPr>
              <a:t>همکاران محیط کار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C7281E-DFEB-1974-899F-03F0433B7A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2264" y="589867"/>
            <a:ext cx="6733309" cy="5044868"/>
          </a:xfrm>
        </p:spPr>
        <p:txBody>
          <a:bodyPr>
            <a:normAutofit fontScale="400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افرادی که شما را می‌شناسند </a:t>
            </a: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</a:t>
            </a:r>
            <a:r>
              <a:rPr lang="fa-IR" sz="9600" dirty="0">
                <a:solidFill>
                  <a:srgbClr val="00B0F0"/>
                </a:solidFill>
                <a:cs typeface="B Titr" panose="00000700000000000000" pitchFamily="2" charset="-78"/>
              </a:rPr>
              <a:t>سرمایه های </a:t>
            </a:r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اجتماعی شما هستند.</a:t>
            </a:r>
          </a:p>
          <a:p>
            <a:pPr algn="ctr"/>
            <a:endParaRPr lang="fa-IR" sz="96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9600" dirty="0">
                <a:solidFill>
                  <a:srgbClr val="002060"/>
                </a:solidFill>
                <a:cs typeface="B Titr" panose="00000700000000000000" pitchFamily="2" charset="-78"/>
              </a:rPr>
              <a:t> اگر در مجموعه‌ای کار می‌کنید همکاران شما می‌توانند در زمینه‌های مختلف به شما یاری برسانند.</a:t>
            </a: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A1FC16-A70F-3580-EB2C-F5375F88F7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81" y="1917131"/>
            <a:ext cx="3027651" cy="34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96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B816-123E-ED91-9C82-B4E2A68A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F348DDE-A1FE-8BD3-448A-C5A442B65A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C53348-AC9C-A6B9-3722-B53844A26E1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45386A-87FB-2EE4-8870-255DDF10F44C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2C2339-27DD-5B54-15C6-B6461D5F14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5400" dirty="0">
                <a:cs typeface="B Titr" panose="00000700000000000000" pitchFamily="2" charset="-78"/>
              </a:rPr>
              <a:t>همکاران محیط کار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4910A8-560C-7F01-AFB8-00339A14F3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2264" y="431445"/>
            <a:ext cx="6733309" cy="5044868"/>
          </a:xfrm>
        </p:spPr>
        <p:txBody>
          <a:bodyPr>
            <a:normAutofit fontScale="700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70000"/>
              </a:lnSpc>
            </a:pPr>
            <a:r>
              <a:rPr lang="fa-IR" sz="8500" dirty="0">
                <a:solidFill>
                  <a:srgbClr val="00B050"/>
                </a:solidFill>
                <a:cs typeface="B Titr" panose="00000700000000000000" pitchFamily="2" charset="-78"/>
              </a:rPr>
              <a:t>إِنَّمَا الْمُؤْمِنُونَ إِخْوَةٌ  </a:t>
            </a:r>
          </a:p>
          <a:p>
            <a:pPr algn="ctr">
              <a:lnSpc>
                <a:spcPct val="170000"/>
              </a:lnSpc>
            </a:pPr>
            <a:r>
              <a:rPr lang="fa-IR" sz="3400" dirty="0">
                <a:solidFill>
                  <a:srgbClr val="00B050"/>
                </a:solidFill>
                <a:cs typeface="B Titr" panose="00000700000000000000" pitchFamily="2" charset="-78"/>
              </a:rPr>
              <a:t>(سوره حجرات آیه ۱۰)</a:t>
            </a:r>
          </a:p>
          <a:p>
            <a:pPr algn="ctr"/>
            <a:endParaRPr lang="fa-IR" sz="34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7700" dirty="0">
                <a:solidFill>
                  <a:srgbClr val="002060"/>
                </a:solidFill>
                <a:cs typeface="B Titr" panose="00000700000000000000" pitchFamily="2" charset="-78"/>
              </a:rPr>
              <a:t>مؤمنان با هم </a:t>
            </a:r>
            <a:r>
              <a:rPr lang="fa-IR" sz="7700" dirty="0">
                <a:solidFill>
                  <a:srgbClr val="C00000"/>
                </a:solidFill>
                <a:cs typeface="B Titr" panose="00000700000000000000" pitchFamily="2" charset="-78"/>
              </a:rPr>
              <a:t>برادر</a:t>
            </a:r>
            <a:r>
              <a:rPr lang="fa-IR" sz="7700" dirty="0">
                <a:solidFill>
                  <a:srgbClr val="002060"/>
                </a:solidFill>
                <a:cs typeface="B Titr" panose="00000700000000000000" pitchFamily="2" charset="-78"/>
              </a:rPr>
              <a:t>هستند.</a:t>
            </a: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3C039-E3CF-CB2C-1044-29725AE83B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81" y="1917131"/>
            <a:ext cx="3027651" cy="34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1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553A-72C8-EED2-3652-66A794E6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BC00441-ECF1-7F1F-AB57-58595B60D3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2101B7-20F4-7AD0-BC36-487B761C7F4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A74E64-6B63-F413-DEF1-A03F15E38247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76DF20-6C69-8A3E-F92B-54D1D92570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5400" dirty="0">
                <a:cs typeface="B Titr" panose="00000700000000000000" pitchFamily="2" charset="-78"/>
              </a:rPr>
              <a:t>ثروت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E0EBA2-CD08-8951-8DFB-662D7D0E67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2264" y="589867"/>
            <a:ext cx="6733309" cy="5044868"/>
          </a:xfrm>
        </p:spPr>
        <p:txBody>
          <a:bodyPr>
            <a:normAutofit fontScale="250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پول، خانه، زمین </a:t>
            </a: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و سایر وسایلی که در اختیار دارید.</a:t>
            </a: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سهام ها و هر چیزی که ارزش مالی </a:t>
            </a: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داشته باشد.</a:t>
            </a:r>
          </a:p>
          <a:p>
            <a:pPr algn="ctr"/>
            <a:endParaRPr lang="fa-IR" sz="144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4400" dirty="0">
                <a:solidFill>
                  <a:srgbClr val="00B0F0"/>
                </a:solidFill>
                <a:cs typeface="B Titr" panose="00000700000000000000" pitchFamily="2" charset="-78"/>
              </a:rPr>
              <a:t>سرمایه ای </a:t>
            </a:r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هستند که می‌تواند برای رسیدن به اهداف دیگر امنیت ایجاد کند.</a:t>
            </a: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FA692-75F9-24A3-1A0A-B7EA851FE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05" y="1781327"/>
            <a:ext cx="3295345" cy="329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43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1B50-F22F-CF54-CD87-320C6AEA9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0C729AE-C6C8-1A36-C7D8-15C11A8B80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FDB5C7-1580-F117-D5D6-DA3131629D2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6132D0-89DF-D48C-15C9-E600976E4A33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D62BF6-5A80-D918-55DB-F4E6F8936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sz="5400" dirty="0">
                <a:cs typeface="B Titr" panose="00000700000000000000" pitchFamily="2" charset="-78"/>
              </a:rPr>
              <a:t>ثروت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043DA9-ECEA-AEA6-135D-DB329B91BD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2264" y="589867"/>
            <a:ext cx="6733309" cy="5044868"/>
          </a:xfrm>
        </p:spPr>
        <p:txBody>
          <a:bodyPr>
            <a:normAutofit fontScale="25000" lnSpcReduction="20000"/>
          </a:bodyPr>
          <a:lstStyle/>
          <a:p>
            <a:pPr algn="ctr"/>
            <a:endParaRPr lang="fa-IR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4400" dirty="0">
                <a:solidFill>
                  <a:srgbClr val="00B050"/>
                </a:solidFill>
                <a:cs typeface="B Titr" panose="00000700000000000000" pitchFamily="2" charset="-78"/>
              </a:rPr>
              <a:t>وَ اللَّهُ جَعَلَ لَکُمْ مِنْ بُیُوتِکُمْ سَکَنًا</a:t>
            </a:r>
          </a:p>
          <a:p>
            <a:pPr algn="ctr"/>
            <a:r>
              <a:rPr lang="fa-IR" sz="8000" dirty="0">
                <a:solidFill>
                  <a:srgbClr val="00B050"/>
                </a:solidFill>
                <a:cs typeface="B Titr" panose="00000700000000000000" pitchFamily="2" charset="-78"/>
              </a:rPr>
              <a:t>  (سوره نحل آیه ۸0)</a:t>
            </a: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و خدا </a:t>
            </a:r>
            <a:r>
              <a:rPr lang="fa-IR" sz="14400" dirty="0">
                <a:solidFill>
                  <a:srgbClr val="C00000"/>
                </a:solidFill>
                <a:cs typeface="B Titr" panose="00000700000000000000" pitchFamily="2" charset="-78"/>
              </a:rPr>
              <a:t>خانه‌هایتان</a:t>
            </a:r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 را برای شما موجب آرامش قرار داد.</a:t>
            </a:r>
          </a:p>
          <a:p>
            <a:pPr algn="ctr"/>
            <a:r>
              <a:rPr lang="fa-IR" sz="14400" dirty="0">
                <a:solidFill>
                  <a:srgbClr val="00B050"/>
                </a:solidFill>
                <a:cs typeface="B Titr" panose="00000700000000000000" pitchFamily="2" charset="-78"/>
              </a:rPr>
              <a:t>الْمَالُ وَ الْبَنُونَ زِینَةُ الْحَیَاةِ الدُّنْیَا </a:t>
            </a:r>
          </a:p>
          <a:p>
            <a:pPr algn="ctr"/>
            <a:r>
              <a:rPr lang="fa-IR" sz="8000" dirty="0">
                <a:solidFill>
                  <a:srgbClr val="00B050"/>
                </a:solidFill>
                <a:cs typeface="B Titr" panose="00000700000000000000" pitchFamily="2" charset="-78"/>
              </a:rPr>
              <a:t> (سوره کهف آیه ۴۶)</a:t>
            </a:r>
          </a:p>
          <a:p>
            <a:pPr algn="ctr"/>
            <a:r>
              <a:rPr lang="fa-IR" sz="14400" dirty="0">
                <a:solidFill>
                  <a:srgbClr val="C00000"/>
                </a:solidFill>
                <a:cs typeface="B Titr" panose="00000700000000000000" pitchFamily="2" charset="-78"/>
              </a:rPr>
              <a:t>پول</a:t>
            </a:r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 و </a:t>
            </a:r>
            <a:r>
              <a:rPr lang="fa-IR" sz="14400" dirty="0">
                <a:solidFill>
                  <a:srgbClr val="C00000"/>
                </a:solidFill>
                <a:cs typeface="B Titr" panose="00000700000000000000" pitchFamily="2" charset="-78"/>
              </a:rPr>
              <a:t>فرزندان</a:t>
            </a:r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، زینت زندگی دنیا هستند.</a:t>
            </a: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CA5746-C935-145A-9AF2-53699AE0F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05" y="1781327"/>
            <a:ext cx="3295345" cy="329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22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FA321-12BC-6751-73D5-D426958E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0C105E0-E22B-73C1-086E-511FBC43D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D07597-D870-8C8D-098E-707FE541927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AE4CF8-E720-3F46-92ED-29C449630711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E1F9F8-797B-95D8-33FB-9913B0DF48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سلامتی جسم و روان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DE0873-2A7A-17E7-9387-7C309AC09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2264" y="589867"/>
            <a:ext cx="6733309" cy="5044868"/>
          </a:xfrm>
        </p:spPr>
        <p:txBody>
          <a:bodyPr>
            <a:normAutofit fontScale="250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این سرمایه </a:t>
            </a: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پایه و ستون تمام </a:t>
            </a:r>
            <a:r>
              <a:rPr lang="fa-IR" sz="14400" dirty="0">
                <a:solidFill>
                  <a:srgbClr val="00B0F0"/>
                </a:solidFill>
                <a:cs typeface="B Titr" panose="00000700000000000000" pitchFamily="2" charset="-78"/>
              </a:rPr>
              <a:t>سرمایه‌های</a:t>
            </a:r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 دیگر است.</a:t>
            </a: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 </a:t>
            </a: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بدون ذهن آرام و بدن سالم</a:t>
            </a:r>
          </a:p>
          <a:p>
            <a:pPr algn="ctr"/>
            <a:r>
              <a:rPr lang="fa-IR" sz="14400" dirty="0">
                <a:solidFill>
                  <a:srgbClr val="002060"/>
                </a:solidFill>
                <a:cs typeface="B Titr" panose="00000700000000000000" pitchFamily="2" charset="-78"/>
              </a:rPr>
              <a:t> بهره‌مندی از سایر سرمایه‌ها دشوار می‌شود.</a:t>
            </a:r>
          </a:p>
          <a:p>
            <a:pPr algn="ctr"/>
            <a:endParaRPr lang="fa-IR" sz="176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9DC59-D87B-9B63-797E-50F149296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11" y="1832930"/>
            <a:ext cx="3192139" cy="319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4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C0612-CF31-7C34-0B39-84F12C8A8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4DE4A25-959F-30C5-C5D1-531ADE9767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  <a14:foregroundMark x1="42250" y1="14678" x2="30000" y2="22292"/>
                        <a14:foregroundMark x1="36000" y1="19859" x2="33563" y2="25353"/>
                        <a14:foregroundMark x1="33563" y1="25589" x2="33563" y2="25589"/>
                        <a14:foregroundMark x1="30000" y1="27786" x2="35438" y2="19859"/>
                        <a14:foregroundMark x1="39813" y1="75039" x2="29438" y2="69623"/>
                        <a14:foregroundMark x1="40313" y1="76845" x2="33250" y2="71743"/>
                        <a14:backgroundMark x1="35688" y1="73234" x2="35688" y2="73234"/>
                        <a14:backgroundMark x1="34063" y1="20801" x2="39250" y2="1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 flipV="1">
            <a:off x="3884350" y="4309793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4ECD3E-E45A-6821-A437-A5853C31F32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68" b="89953" l="10000" r="90000">
                        <a14:foregroundMark x1="64313" y1="19623" x2="64313" y2="19623"/>
                        <a14:foregroundMark x1="64688" y1="72606" x2="64688" y2="72606"/>
                        <a14:foregroundMark x1="60625" y1="75981" x2="60625" y2="75981"/>
                        <a14:foregroundMark x1="60625" y1="16876" x2="60625" y2="168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13732" r="21038" b="20597"/>
          <a:stretch/>
        </p:blipFill>
        <p:spPr>
          <a:xfrm>
            <a:off x="10257908" y="850007"/>
            <a:ext cx="1737396" cy="1721743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4EA0D-5338-D08F-95D8-98FB9ADC575F}"/>
              </a:ext>
            </a:extLst>
          </p:cNvPr>
          <p:cNvSpPr/>
          <p:nvPr/>
        </p:nvSpPr>
        <p:spPr>
          <a:xfrm>
            <a:off x="4592782" y="413150"/>
            <a:ext cx="6733309" cy="58892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D56D15-F891-96A9-AF0B-A8FD871D1A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10336" y="431445"/>
            <a:ext cx="5377191" cy="1013664"/>
          </a:xfrm>
        </p:spPr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سلامتی جسم و روان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C141A7-A731-5117-A2FF-A10F1A7B0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2264" y="589867"/>
            <a:ext cx="6733309" cy="5044868"/>
          </a:xfrm>
        </p:spPr>
        <p:txBody>
          <a:bodyPr>
            <a:normAutofit fontScale="25000" lnSpcReduction="20000"/>
          </a:bodyPr>
          <a:lstStyle/>
          <a:p>
            <a:pPr algn="ctr"/>
            <a:endParaRPr lang="fa-IR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70000"/>
              </a:lnSpc>
            </a:pPr>
            <a:r>
              <a:rPr lang="fa-IR" sz="21600" dirty="0">
                <a:solidFill>
                  <a:srgbClr val="00B050"/>
                </a:solidFill>
                <a:cs typeface="B Titr" panose="00000700000000000000" pitchFamily="2" charset="-78"/>
              </a:rPr>
              <a:t>فَلْيَنْظُرِ الْإِنْسَانُ إِلَى طَعَامِهِ </a:t>
            </a:r>
          </a:p>
          <a:p>
            <a:pPr algn="ctr">
              <a:lnSpc>
                <a:spcPct val="170000"/>
              </a:lnSpc>
            </a:pPr>
            <a:r>
              <a:rPr lang="fa-IR" sz="17600" dirty="0">
                <a:solidFill>
                  <a:srgbClr val="00B050"/>
                </a:solidFill>
                <a:cs typeface="B Titr" panose="00000700000000000000" pitchFamily="2" charset="-78"/>
              </a:rPr>
              <a:t> </a:t>
            </a:r>
            <a:r>
              <a:rPr lang="fa-IR" sz="9600" dirty="0">
                <a:solidFill>
                  <a:srgbClr val="00B050"/>
                </a:solidFill>
                <a:cs typeface="B Titr" panose="00000700000000000000" pitchFamily="2" charset="-78"/>
              </a:rPr>
              <a:t>(سوره عبس آیه 24)</a:t>
            </a:r>
          </a:p>
          <a:p>
            <a:pPr algn="ctr">
              <a:lnSpc>
                <a:spcPct val="170000"/>
              </a:lnSpc>
            </a:pPr>
            <a:endParaRPr lang="fa-IR" sz="70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/>
            <a:r>
              <a:rPr lang="fa-IR" sz="19200" dirty="0">
                <a:solidFill>
                  <a:srgbClr val="002060"/>
                </a:solidFill>
                <a:cs typeface="B Titr" panose="00000700000000000000" pitchFamily="2" charset="-78"/>
              </a:rPr>
              <a:t>پس انسان باید به </a:t>
            </a:r>
            <a:r>
              <a:rPr lang="fa-IR" sz="19200" dirty="0">
                <a:solidFill>
                  <a:srgbClr val="C00000"/>
                </a:solidFill>
                <a:cs typeface="B Titr" panose="00000700000000000000" pitchFamily="2" charset="-78"/>
              </a:rPr>
              <a:t>غذایی</a:t>
            </a:r>
            <a:r>
              <a:rPr lang="fa-IR" sz="19200" dirty="0">
                <a:solidFill>
                  <a:srgbClr val="002060"/>
                </a:solidFill>
                <a:cs typeface="B Titr" panose="00000700000000000000" pitchFamily="2" charset="-78"/>
              </a:rPr>
              <a:t> که استفاده می کند دقت کند.</a:t>
            </a:r>
          </a:p>
          <a:p>
            <a:pPr algn="ctr"/>
            <a:r>
              <a:rPr lang="fa-IR" sz="19200" dirty="0">
                <a:solidFill>
                  <a:srgbClr val="C00000"/>
                </a:solidFill>
                <a:cs typeface="B Titr" panose="00000700000000000000" pitchFamily="2" charset="-78"/>
              </a:rPr>
              <a:t> </a:t>
            </a:r>
            <a:endParaRPr lang="fa-IR" sz="24000" dirty="0">
              <a:solidFill>
                <a:srgbClr val="C00000"/>
              </a:solidFill>
              <a:cs typeface="B Titr" panose="00000700000000000000" pitchFamily="2" charset="-78"/>
            </a:endParaRPr>
          </a:p>
          <a:p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8EFC6-0C62-AF59-C895-928C017524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11" y="1832930"/>
            <a:ext cx="3192139" cy="319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95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0B6A-A4BC-5753-029C-F9DF1450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A7EE71B-2C8E-273A-EDAA-265BA726F8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42010" y="466497"/>
            <a:ext cx="12334010" cy="907611"/>
          </a:xfrm>
        </p:spPr>
        <p:txBody>
          <a:bodyPr/>
          <a:lstStyle/>
          <a:p>
            <a:r>
              <a:rPr lang="fa-IR" sz="4800" b="0" dirty="0">
                <a:solidFill>
                  <a:srgbClr val="FFFF00"/>
                </a:solidFill>
                <a:cs typeface="B Titr" panose="00000700000000000000" pitchFamily="2" charset="-78"/>
              </a:rPr>
              <a:t>همه این سرمایه ها کالای موقت  زودگذرِ زندگیِ دنیاست.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6D64A93-AFB8-0D14-6D5C-C80F8073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8063073" y="1917463"/>
            <a:ext cx="1999263" cy="197785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6BEC9A8-410C-4126-86D5-C9B2CE881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769653" y="4070808"/>
            <a:ext cx="1999263" cy="1977851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BAB546A-5C45-82E7-0672-8391ABB177D7}"/>
              </a:ext>
            </a:extLst>
          </p:cNvPr>
          <p:cNvSpPr/>
          <p:nvPr/>
        </p:nvSpPr>
        <p:spPr>
          <a:xfrm>
            <a:off x="4971354" y="1921954"/>
            <a:ext cx="4086625" cy="19656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02BF3F-41C5-BFBE-CF04-38AD16FCF97D}"/>
              </a:ext>
            </a:extLst>
          </p:cNvPr>
          <p:cNvSpPr/>
          <p:nvPr/>
        </p:nvSpPr>
        <p:spPr>
          <a:xfrm>
            <a:off x="1774010" y="4076578"/>
            <a:ext cx="4321990" cy="19656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5B5E3F3C-9018-4BC0-483C-80E5AE331CB1}"/>
              </a:ext>
            </a:extLst>
          </p:cNvPr>
          <p:cNvSpPr txBox="1">
            <a:spLocks/>
          </p:cNvSpPr>
          <p:nvPr/>
        </p:nvSpPr>
        <p:spPr>
          <a:xfrm>
            <a:off x="5196137" y="1733872"/>
            <a:ext cx="3637057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تمامی این </a:t>
            </a:r>
            <a:r>
              <a:rPr lang="fa-IR" sz="3200" b="1" dirty="0">
                <a:solidFill>
                  <a:srgbClr val="C00000"/>
                </a:solidFill>
                <a:cs typeface="B Titr" panose="00000700000000000000" pitchFamily="2" charset="-78"/>
              </a:rPr>
              <a:t>هشت</a:t>
            </a: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 سرمایه و </a:t>
            </a:r>
            <a:r>
              <a:rPr lang="fa-IR" sz="3200" b="1">
                <a:solidFill>
                  <a:srgbClr val="002060"/>
                </a:solidFill>
                <a:cs typeface="B Titr" panose="00000700000000000000" pitchFamily="2" charset="-78"/>
              </a:rPr>
              <a:t>جذابیّت‌های آن‌ </a:t>
            </a:r>
            <a:endParaRPr lang="fa-IR" sz="3200" b="1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262D5-2823-19B3-A9AF-8E2563368874}"/>
              </a:ext>
            </a:extLst>
          </p:cNvPr>
          <p:cNvSpPr txBox="1">
            <a:spLocks/>
          </p:cNvSpPr>
          <p:nvPr/>
        </p:nvSpPr>
        <p:spPr>
          <a:xfrm>
            <a:off x="1634793" y="3958172"/>
            <a:ext cx="4600423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3200" b="1" dirty="0">
                <a:solidFill>
                  <a:srgbClr val="C00000"/>
                </a:solidFill>
                <a:cs typeface="B Titr" panose="00000700000000000000" pitchFamily="2" charset="-78"/>
              </a:rPr>
              <a:t>مَتَاعُ الْحَيَاةِ الدُّنْيَا </a:t>
            </a:r>
          </a:p>
          <a:p>
            <a:pPr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کالای زودگذرِ زندگیِ دنیاست </a:t>
            </a:r>
          </a:p>
        </p:txBody>
      </p:sp>
    </p:spTree>
    <p:extLst>
      <p:ext uri="{BB962C8B-B14F-4D97-AF65-F5344CB8AC3E}">
        <p14:creationId xmlns:p14="http://schemas.microsoft.com/office/powerpoint/2010/main" val="1654252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BD3C-33ED-D174-E706-E0B73F97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DA27789-DBEC-FB31-3897-8F7D70914B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60614" y="543517"/>
            <a:ext cx="12313228" cy="907611"/>
          </a:xfrm>
        </p:spPr>
        <p:txBody>
          <a:bodyPr/>
          <a:lstStyle/>
          <a:p>
            <a:r>
              <a:rPr lang="fa-IR" sz="4800" b="0" dirty="0">
                <a:solidFill>
                  <a:srgbClr val="FFFF00"/>
                </a:solidFill>
                <a:cs typeface="B Titr" panose="00000700000000000000" pitchFamily="2" charset="-78"/>
              </a:rPr>
              <a:t>همه این سرمایه ها کالای موقت  زودگذرِ زندگیِ دنیاست.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A1F2BA0-2D9A-3305-D305-222E1B40C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8063073" y="1917463"/>
            <a:ext cx="1999263" cy="197785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10840BB-EDB8-AD74-3213-0815F320A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769653" y="4070808"/>
            <a:ext cx="1999263" cy="1977851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41033F23-3208-7A78-1750-64F7E577B861}"/>
              </a:ext>
            </a:extLst>
          </p:cNvPr>
          <p:cNvSpPr/>
          <p:nvPr/>
        </p:nvSpPr>
        <p:spPr>
          <a:xfrm>
            <a:off x="4971354" y="1921954"/>
            <a:ext cx="4086625" cy="19656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D2845F-4D0A-6401-8773-2A04CDB0A527}"/>
              </a:ext>
            </a:extLst>
          </p:cNvPr>
          <p:cNvSpPr/>
          <p:nvPr/>
        </p:nvSpPr>
        <p:spPr>
          <a:xfrm>
            <a:off x="1774010" y="4076578"/>
            <a:ext cx="4321990" cy="19656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432A539F-232C-7F26-631E-1B8C7E89322B}"/>
              </a:ext>
            </a:extLst>
          </p:cNvPr>
          <p:cNvSpPr txBox="1">
            <a:spLocks/>
          </p:cNvSpPr>
          <p:nvPr/>
        </p:nvSpPr>
        <p:spPr>
          <a:xfrm>
            <a:off x="5196137" y="1733872"/>
            <a:ext cx="3637057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تمامی این </a:t>
            </a:r>
            <a:r>
              <a:rPr lang="fa-IR" sz="3200" b="1" dirty="0">
                <a:solidFill>
                  <a:srgbClr val="C00000"/>
                </a:solidFill>
                <a:cs typeface="B Titr" panose="00000700000000000000" pitchFamily="2" charset="-78"/>
              </a:rPr>
              <a:t>هشت</a:t>
            </a: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 سرمایه و </a:t>
            </a:r>
            <a:r>
              <a:rPr lang="fa-IR" sz="3200" b="1">
                <a:solidFill>
                  <a:srgbClr val="002060"/>
                </a:solidFill>
                <a:cs typeface="B Titr" panose="00000700000000000000" pitchFamily="2" charset="-78"/>
              </a:rPr>
              <a:t>جذابیّت‌های آن‌ </a:t>
            </a:r>
            <a:endParaRPr lang="fa-IR" sz="3200" b="1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4F000-50EC-68CE-9134-E69CC20A415E}"/>
              </a:ext>
            </a:extLst>
          </p:cNvPr>
          <p:cNvSpPr txBox="1">
            <a:spLocks/>
          </p:cNvSpPr>
          <p:nvPr/>
        </p:nvSpPr>
        <p:spPr>
          <a:xfrm>
            <a:off x="1634793" y="4075731"/>
            <a:ext cx="4600423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marR="0" lvl="0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a-IR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ابزار</a:t>
            </a:r>
            <a:r>
              <a:rPr kumimoji="0" lang="fa-IR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 هستند نه</a:t>
            </a:r>
            <a:r>
              <a:rPr kumimoji="0" lang="fa-IR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 هدف.</a:t>
            </a:r>
            <a:endParaRPr kumimoji="0" lang="fa-IR" sz="4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 Light" panose="020F0302020204030204"/>
              <a:ea typeface="+mn-ea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606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2783-0993-30B9-F8DD-B8C05C3B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6143867-4E6B-A456-A229-8A795B9D4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71005" y="573749"/>
            <a:ext cx="12334010" cy="907611"/>
          </a:xfrm>
        </p:spPr>
        <p:txBody>
          <a:bodyPr/>
          <a:lstStyle/>
          <a:p>
            <a:r>
              <a:rPr lang="fa-IR" sz="4800" b="0" dirty="0">
                <a:solidFill>
                  <a:srgbClr val="FFFF00"/>
                </a:solidFill>
                <a:cs typeface="B Titr" panose="00000700000000000000" pitchFamily="2" charset="-78"/>
              </a:rPr>
              <a:t>همه این سرمایه ها کالای موقت  زودگذرِ زندگیِ دنیاست.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F4FA02-5A8B-1B85-41DD-99E3D1719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8063073" y="1917463"/>
            <a:ext cx="1999263" cy="197785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20B352B-3222-67FB-0085-90A96B5F2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769653" y="4070808"/>
            <a:ext cx="1999263" cy="1977851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83EB2F9-33EB-6FC2-2C58-C6D50A6E254C}"/>
              </a:ext>
            </a:extLst>
          </p:cNvPr>
          <p:cNvSpPr/>
          <p:nvPr/>
        </p:nvSpPr>
        <p:spPr>
          <a:xfrm>
            <a:off x="4971354" y="1921954"/>
            <a:ext cx="4086625" cy="19656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8C10FC-D765-D2E3-7BA0-BB6D7363E33B}"/>
              </a:ext>
            </a:extLst>
          </p:cNvPr>
          <p:cNvSpPr/>
          <p:nvPr/>
        </p:nvSpPr>
        <p:spPr>
          <a:xfrm>
            <a:off x="1774010" y="4076578"/>
            <a:ext cx="4321990" cy="19656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A41A8C54-1A0F-85D9-2BE5-AB9AB8CCC8E3}"/>
              </a:ext>
            </a:extLst>
          </p:cNvPr>
          <p:cNvSpPr txBox="1">
            <a:spLocks/>
          </p:cNvSpPr>
          <p:nvPr/>
        </p:nvSpPr>
        <p:spPr>
          <a:xfrm>
            <a:off x="5196137" y="1733872"/>
            <a:ext cx="3637057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تمامی این </a:t>
            </a:r>
            <a:r>
              <a:rPr lang="fa-IR" sz="3200" b="1" dirty="0">
                <a:solidFill>
                  <a:srgbClr val="C00000"/>
                </a:solidFill>
                <a:cs typeface="B Titr" panose="00000700000000000000" pitchFamily="2" charset="-78"/>
              </a:rPr>
              <a:t>هشت</a:t>
            </a: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 سرمایه و </a:t>
            </a:r>
            <a:r>
              <a:rPr lang="fa-IR" sz="3200" b="1">
                <a:solidFill>
                  <a:srgbClr val="002060"/>
                </a:solidFill>
                <a:cs typeface="B Titr" panose="00000700000000000000" pitchFamily="2" charset="-78"/>
              </a:rPr>
              <a:t>جذابیّت‌های آن‌ </a:t>
            </a:r>
            <a:endParaRPr lang="fa-IR" sz="3200" b="1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BC519-2F22-D66B-7E5C-34EBD5E49A59}"/>
              </a:ext>
            </a:extLst>
          </p:cNvPr>
          <p:cNvSpPr txBox="1">
            <a:spLocks/>
          </p:cNvSpPr>
          <p:nvPr/>
        </p:nvSpPr>
        <p:spPr>
          <a:xfrm>
            <a:off x="1634793" y="3826753"/>
            <a:ext cx="4600423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marR="0" lvl="0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برای 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حُسْنُ الْمَاب 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است، 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یعنی: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 </a:t>
            </a:r>
          </a:p>
          <a:p>
            <a:pPr marR="0" lvl="0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ea typeface="+mn-ea"/>
                <a:cs typeface="B Titr" panose="00000700000000000000" pitchFamily="2" charset="-78"/>
              </a:rPr>
              <a:t> بازگشت نیکو و سرانجام خوب.</a:t>
            </a:r>
          </a:p>
        </p:txBody>
      </p:sp>
    </p:spTree>
    <p:extLst>
      <p:ext uri="{BB962C8B-B14F-4D97-AF65-F5344CB8AC3E}">
        <p14:creationId xmlns:p14="http://schemas.microsoft.com/office/powerpoint/2010/main" val="3208074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2FD56-1B76-D8D4-C5B7-4BB3EEE5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D93FDBD8-3409-A6BC-FCC1-75727FBB27EB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B9D22CB9-6E52-0F21-3B81-8222823B50FF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97C68E42-1E3D-A75F-65A9-43DB07738A8C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28B7B04A-D497-A642-EA29-15C5EBE12D99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42780098-DEAE-BDDC-D0AD-395BE49E7C69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9F0A13CA-3A5E-C205-2483-0A69AEEFCD0D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856F51A6-F743-7CDA-F1FF-FE80BC0DB905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9A26B499-35CC-1A41-0259-731B60C7F7D2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F60441BD-73FF-EE15-894F-C8776BE00895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BFDAFC82-D911-14A1-3AAE-765B5326FAA2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715D701F-4A8F-E2C6-69DB-A302F6B96317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6AA3C80C-CBD5-281B-668E-8F074D935DD4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FBBCB3B0-F33A-504C-8C31-FEE1844E5C77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EA0D978D-9DD3-F0A2-7BD7-21074D3EB232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DDE1A538-AD22-B3D0-70AE-EBB1A379B8E1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BFA46D0B-DD61-50F3-F762-C3B5241137E4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DCD37F1C-EF52-4D15-B270-3EAE98DBD25F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B8177271-C0D7-FFB9-7B0B-C617D71403B1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39D97FA6-5B41-5164-CE8E-F1DFC1A8BF1D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C7A9EB44-5209-9F1C-D411-0D670E481F3D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F5F438FE-3309-473C-70B1-960A88444FEC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FCF1D8B3-2773-3409-39EE-52F3C2BF2964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80B3D04A-B7AB-CE5F-DB0D-21B809FDF3B4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E5DF06AE-DABE-42E9-9323-BED716C9AB19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E182F42E-7146-28DA-9A68-4C3B690EB1D5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70FA76B2-BB92-8593-AF51-CC8C0F4EDCF2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E1C2FB57-9E8F-4CA7-B87F-5277C2C7553D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611470AF-FCDE-59BB-E12F-02CCE5B655EA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32400A17-FC0D-4410-32F6-C3145D689714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16FFDD19-4478-116E-56E1-85CA3578B13F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B48C318B-493F-3231-60FD-36D5DEB95904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CBFA0581-91EE-7544-7ECB-7FE92AD071DA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E130EB0D-0444-F76B-8212-B7343FF72AE8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1C7D924E-6C9B-CC14-B626-12667378A8BD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75120E4C-D49E-812E-4878-1C83A50566A9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8BAB5471-6B3F-411D-A9C3-34043B852061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42B14DC2-39B4-5EBF-7AC4-EBBBF3CF6482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276D310A-6714-D562-CA69-75FCA54C37AD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73BCF206-25ED-D7CC-F036-B76009D72BEF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4C9EFB4A-C810-6121-E0AA-EC74BA640AB5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E487225C-5193-91D8-EBD5-5A44A43CDF32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4E60CB8A-E2B9-E2DA-A7B3-C753A170CB5B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73C000A1-BD35-03A7-09D0-9A87C89852C5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6D1B51F6-68C4-E7EE-E18E-52483881F048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24B36632-17FD-C4C3-5E41-5E76A221AB97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497F7E63-E870-6B8D-AF26-7B66EDE4A3CF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EC433530-22CC-6FBF-89FE-1DF801D82026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09CEA852-2647-C9CC-A1B1-8DF0C523CD3C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3D92575F-06FD-227C-52B9-A81117AE260E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02505C1A-76B0-FAE6-8C3A-7609C4EE2671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E7BDB83F-07AF-4F21-56BA-2560608126E6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879C95E0-11C2-F9B5-908B-5F4CD3A63FA9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11521299-7447-A0DD-1767-E5AC100EDAA5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0776AF4E-E019-255E-EFB3-216923BD9963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77EC960B-CD1C-D9C4-8F03-D7FEC6A88B2A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374357AE-4A6F-79E7-96FA-3E4B006224A0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790CA20F-7992-48E9-DD6B-1CE1AF7AFD6B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4A97A6A3-FF55-C822-58C8-E92C5AB9AEFE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D89F0148-A0ED-89D3-95EE-38C8DE8C68F2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6CCE0B0F-2063-E4D0-02E2-94B8C2C33B65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3D496D3A-61C2-F3FF-D13E-F2B4E196B535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C05D6859-B760-9DBE-FD13-AB528222025D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FBE4DA63-693C-D6FD-0E88-5D675F4C68FC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ED23CA4F-5157-5BF6-9126-1CDDA3F8C206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6A880F69-9AA8-A26B-AF87-B4ABB6E87890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E684A25E-25A6-4E41-3CC2-AF6425681C73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18CBE408-7B59-E642-1BCF-651A833C571A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B0C24745-2F8F-D9C3-4A7D-68AF6EB991B6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3B6D4A4C-DC9B-64D5-20E0-9B7E5D54F87F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2C65D9DB-160D-EBAD-03B6-E5D22E2D44E9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A7DC6CB0-F956-B4F7-5C62-93334FE0044A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0DA77F00-2FE0-4C5F-C18F-4603BFCF40AD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3CF736F8-83C3-2A97-4714-C6AFEDB4361F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E870A86C-274C-3D96-E2BC-0DE648CCDE5D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622BE2E1-598F-F20A-A614-3CECEEC4AA87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101660D5-AAF9-0149-5035-AF0C710DEDA9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6B86C6DC-26F1-9467-3D8D-27E970512774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EFE2977C-5453-0595-C3B7-72E917C0CFC4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4B850CDB-8E0A-66CF-E938-72607EBBB9EE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25E571B1-9A96-9255-1915-3CE4FE2895B9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D76DC58B-8370-C49C-8AEB-9642981964AD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2189862D-25AA-C880-0081-D89AAFE001EC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E952E8AD-DE98-23B1-3758-1192A65C3881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CA57EDF1-989D-4B13-FC60-F08D0E713578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286B55D4-14F8-B1DA-14B1-AE8E15686A07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4B9FAEEE-CEF8-E583-E722-E760C399E0E7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C75CFD8C-573A-3CEC-1A39-BDADE7A92DFF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7A305ED2-6B60-335B-0FFA-BD07CC716E9C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249A5D8D-35DE-ADD9-5282-7983111F34EF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C46C50C6-B0B3-7696-2C92-04FCFA94982A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868D38F4-7E73-03C9-FB82-1BC84E069CFD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E2D4AE3C-77C0-4F9D-17F1-D2B464F3F3D5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B84E5CEA-CD13-59D9-285A-8AC386684E78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0015B48F-8A34-CCC5-A0F4-A018C833E480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B6A67547-F709-5469-45FA-FAEC35A341A0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55166410-8241-5CCE-3814-85632848032C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A2BE9AED-4D64-C0A5-B3EC-21D0B6375890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E62C4365-E937-77B9-C77E-737C84CC87CD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CE40C6C3-CD9E-FA8E-CD42-8412604F4D62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D124FB7E-220A-9BA2-457F-1AA8A9DB2212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F6505A6D-C414-BDE8-1021-667C7E9796C7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282639B8-CEE9-F013-DE29-624968CDCAB3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6F563653-EF99-7038-629D-B635721275D4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E3B29F82-6708-0C6D-F990-98DF99674DFE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69C24F18-8A63-211C-2169-A8D2A07F84D2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7773A9E8-9826-7961-CFFA-2D208DCA3359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36EA41A9-29F5-3444-D0DF-F9BDC3A28807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C8C13A1C-7C67-30F2-1E2F-6A5C4209948A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73D44222-860E-04E1-A21B-ED2B0A026AB2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7B19193A-8931-F068-45B4-5B14F8EDDDF3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0E1B31A7-3235-CCEE-C033-9C223047F133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FE36EEDC-3ABA-4B91-A266-A21720C3827B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4411868A-2232-0182-AE31-0CA7A9B20BCC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3567DED6-9F6F-41C4-DDA6-35979A0252BA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0A98B43-0762-E4D6-3444-166CEA9FF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4249E-0A8D-4381-F853-36F2D7AE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E4CB6C-AA23-4362-082F-8508E9F13E3C}"/>
              </a:ext>
            </a:extLst>
          </p:cNvPr>
          <p:cNvSpPr/>
          <p:nvPr/>
        </p:nvSpPr>
        <p:spPr>
          <a:xfrm>
            <a:off x="1149927" y="1035886"/>
            <a:ext cx="9892146" cy="4571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زُيِّنَ لِلنَّاسِ حُبُّ الشَّهَوَاتِ مِنَ النِّسَاءِ وَالْبَنِينَ وَالْقَنَاطِيرِ الْمُقَنْطَرَةِ مِنَ الذَّهَبِ وَالْفِضَّةِ وَالْخَيْلِ الْمُسَوَّمَةِ وَالْأَنْعَامِ وَالْحَرْثِ َلِكَ 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مَتَاعُ الْحَيَاةِ الدُّنْيَا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وَاللَّهُ عِنْدَهُ حُسْنُ الْمَابِ.  </a:t>
            </a:r>
          </a:p>
          <a:p>
            <a:pPr algn="ctr" rtl="1">
              <a:lnSpc>
                <a:spcPct val="150000"/>
              </a:lnSpc>
            </a:pPr>
            <a:endParaRPr lang="fa-IR" sz="3200" b="1" dirty="0">
              <a:solidFill>
                <a:srgbClr val="C0000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2400" b="1" dirty="0">
                <a:solidFill>
                  <a:srgbClr val="084F54"/>
                </a:solidFill>
                <a:latin typeface="+mj-lt"/>
                <a:ea typeface="+mj-ea"/>
                <a:cs typeface="B Titr" panose="00000700000000000000" pitchFamily="2" charset="-78"/>
              </a:rPr>
              <a:t>  </a:t>
            </a:r>
            <a:r>
              <a:rPr lang="fa-IR" sz="2000" b="1" dirty="0">
                <a:solidFill>
                  <a:srgbClr val="084F54"/>
                </a:solidFill>
                <a:latin typeface="+mj-lt"/>
                <a:ea typeface="+mj-ea"/>
                <a:cs typeface="B Titr" panose="00000700000000000000" pitchFamily="2" charset="-78"/>
              </a:rPr>
              <a:t>(سوره آل عمران آیه ۱۴)</a:t>
            </a:r>
            <a:endParaRPr lang="fa-IR" sz="2400" b="1" dirty="0">
              <a:solidFill>
                <a:srgbClr val="084F54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4012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CF6F3-CEA9-CD96-19D0-420EFE99A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42EA2727-2792-41D1-E7D6-3F42DE11EA29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4DA65CA5-B9D3-A4B5-3401-C3FBC541F94C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D041B83A-1D1C-499D-3CD3-FED5B849F167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00FC8C0B-303D-CD9E-C752-96F3AB5B3B80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8F90C3C6-1E10-1706-AC5A-FC006FA0F740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B349DEA6-C3AB-ECBC-25FF-55A818D36FFA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78B39765-3B2A-C71F-5080-8FB70DC7E6C4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0BD4E845-285B-F9D6-B439-2A6533DF4B0D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C37897C3-979D-0B4D-33BE-7E5CC2237EBC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96A9782D-0176-D91E-BAAC-4F32D8D02D77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65509992-FEFD-6C4D-12C5-D55AC9998D20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80835BDA-65C4-0B03-B03A-1F3D55C11E27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56EAF45A-FB20-B66D-E98E-918092AF50D2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25F23644-3B36-FB66-B630-0D03604FA9CD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4D3137D6-3F70-5976-0697-DD3B7F93A961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A57E415A-B458-A7F4-F239-99F6B1EC0D20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E7609FF5-56C0-53FD-881E-BD70C1203213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D8F7B604-B7BE-E560-BB06-E257C0D88648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80738A35-DA9E-696F-2E89-069A0638C71F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0952459F-0B9E-B6CB-80D1-ED23743B94E3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FD1FDBCA-2F82-7005-6179-2F6810363D66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E50E0789-7BFB-4F30-A862-32745EF53507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5877D755-ED43-9BA3-A5B8-ACA70583DB46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11C94C62-483B-9E47-3980-0356D6B33DED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94BE5142-6CCC-F693-B763-08D78D693422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C6307F71-314F-A484-A089-E624C1C6C66F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29686704-2CBF-4A80-AB01-BA266679809A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A1789CA7-0642-7DCA-2409-ECA062C6A9D5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D13E96C0-1EF5-0226-5B4F-28695BEA552E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E920F31F-6BCF-A38B-08AB-DD2F16AE9F7C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25904E1A-96E2-8D7C-927D-9DEFCA2AE557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58978932-E1E8-B571-B13E-606AC0A286BD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C72613E7-4CA9-4810-9385-BA9DBF256C2E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E716372F-3C80-2856-FF45-6D9771485DA1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7445A218-A091-5F95-0738-05AA501BB347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1F25BB7D-A4D9-5E7B-F4A5-B341F46229BE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F4725337-6661-34F7-D416-264C4A90C94D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81BF8FDA-901F-D278-CDEE-738D9016AB26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688E9B4A-8EC1-0076-F077-C95A764872B7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2AE2EE50-929E-6D53-DC2B-13F90B0BA84C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0F0E8698-65A2-1A68-05C9-7C4089BEAE98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6498E245-6930-FABD-9B09-589D15623A18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B0DA8680-B3D1-13C4-9115-6E24C87E84ED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02111AF7-0760-F3E5-0108-F378E786E7C2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482F1DE2-4984-D305-A8F1-022C8E110E63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57BC1927-7A73-5A67-EAB0-27971B19B512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DFF6D965-C0DD-F9A0-094C-E7188EA8B2FE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5081253E-6294-10F6-99C3-8C0D7DAABD79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86C8B883-35B4-7678-9346-37ACBC1E2890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D4EF5DF8-4866-11F0-D213-41D1D31299C1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DC68EAD5-9038-9C88-0131-99B5E0BB24B8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3023D1ED-A4BE-D907-31AF-32C074060962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D1E0B9B1-DE71-64E6-3AD6-B1D6BE6977CA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F62AE133-5CC5-B202-7281-4F147BDFE37F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9E98F1E2-0F33-7472-9B46-E612AD40AAFC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E09C5CBF-3C44-BC6F-E44E-054738688770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2703C368-6056-BE31-29E1-0FC46AA205B5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597B2FCA-D43F-0803-36C4-B59787FDDE0D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29A89708-7468-BBD7-A76F-72D53EF572DE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4C51FD0B-BF1D-92E8-80CD-76F87699B778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C9D23DCF-AABD-8A25-C667-4A66E18DFDC4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4EA1045D-D45E-DE74-BFD4-0B306F4A6179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6C8057D4-FBD0-6151-9127-151B13DC2417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28ACFFAB-F82B-7D32-D982-09A6FDC2E013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3019E941-54DB-169A-6155-2049EECB4A92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D41099C6-B840-1F56-AD2B-354F954AD138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B6E645E6-5155-200E-3738-104B357AE879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BFF2BA91-92DA-6522-6DAF-A93374E534FC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261EC2E5-2089-7B6A-B9DA-5B5035B84AC4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EC3EDF30-7579-B48B-283E-DBA9A88D29B1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416525E1-37F6-F29E-97CD-745E59FAA9FF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1A1862E1-DE7B-0660-BCB7-760B444097CC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C5DF2169-E121-0BD1-B565-81EEB0E87B9E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30107998-3BA7-86AE-6888-65A609D7DE86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A65A77B3-AD46-2085-FDBB-61B141E81503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76ABFB64-10DA-4C25-37DD-D25F9B761C5C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96FD2D69-F71E-EC3E-DCF3-98B6CCA7963E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1B79CA68-B354-1562-2FB8-FE69F2704010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91BD9E60-1D6D-7827-0284-717E45952056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88046248-B01C-9F14-2C37-9A4A005FB788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427605B5-A116-7B76-8626-C19E7F059E53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4A697A53-4C8A-38AC-ADD4-F94E5C5F1F5A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A8C3CBF0-A8FB-01D3-F8CF-A2E30DA5F18D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B33C0438-0189-5418-6BDA-772FC794E61D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EE5AF7BD-1B67-634B-73B6-610E01671A7F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FF22B850-68D8-015B-630B-D9D3F5589AC3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5AA7101E-C737-3450-E6CF-33167485DD77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C0040443-A3E9-B8FA-5430-5C7627CD25E3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87F14F66-A739-65EF-AAFB-00A9111F6AFD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16597E3B-17A0-3610-7412-599ABC15EDE0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3CB02ADB-E361-4D43-93C4-85F524198437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5595D4D6-2659-19E8-93CB-435C100A2556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CF1438DD-312B-82BC-E8A8-7B510220F361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996C9CDC-4D92-599E-56BD-EE83E36B73D9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0C5FAA6E-87F8-51A6-CA80-4FC8D93FE050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596A3520-E61B-8B89-320F-E3B172EEC27B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70FD1FF7-3F24-9DB7-CBD7-E984B2967397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6844F52D-5415-B88C-5A23-AF6BAB03978C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CBA9A907-365B-CDBB-6FE2-47D8FD344A0F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C0BAAF8A-2684-E652-4A1D-9C9C08A49145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C309654A-DABC-18A1-B7D8-C514610C7DA6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D1780D3F-6F48-1523-090C-DB9E9DE016C5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28D54675-7D3D-3A0A-E3AF-65D02D2BE047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29D2164E-75B4-DAE5-4D35-C5EB1B3D92BB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88006000-E1A8-1B32-7126-A969A28A0BE3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65FBCF13-A639-1996-8915-1762CFF65574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6CA498E6-78E4-605E-4748-2A71BE5B0956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6E8AF918-6CB4-1E87-09B9-B6A1C9194B4F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CDD6A3FC-5D72-2EEF-8049-A49A10070A7F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12099648-DC2F-D4C6-5C1E-A0CB66A09B36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B78BD009-4BDA-E9AC-6581-EBDC0604565B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1E9C34C8-7C9B-CBD0-8B92-B79A7A9F95AF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0CFA6A7F-5B0A-5AED-A788-3702035C5661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2E3ABAA0-EF4C-DF6D-E634-D515A5EFA26E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6DDECCF-7306-3E96-0301-714CC7453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0AE095-520B-2E89-3C66-CF1243240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14052A-B648-81E8-E594-B23217654F08}"/>
              </a:ext>
            </a:extLst>
          </p:cNvPr>
          <p:cNvSpPr/>
          <p:nvPr/>
        </p:nvSpPr>
        <p:spPr>
          <a:xfrm>
            <a:off x="1149927" y="1035886"/>
            <a:ext cx="9892146" cy="47102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مُحبّت و علاقه زیاد به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 همسر 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و 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فرزندان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 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طلا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 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نقره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و 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اسب های نشان دار 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و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 چهارپایان 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و 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کِشت و زراعت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برای مردم آراسته شده است.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 اینها همه </a:t>
            </a:r>
            <a:r>
              <a:rPr lang="fa-IR" sz="32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کالاهای زودگذرِ زندگیِ دنیا 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هستند. 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واگر </a:t>
            </a:r>
            <a:r>
              <a:rPr lang="fa-IR" sz="3200" b="1" dirty="0">
                <a:solidFill>
                  <a:srgbClr val="0070C0"/>
                </a:solidFill>
                <a:latin typeface="+mj-lt"/>
                <a:ea typeface="+mj-ea"/>
                <a:cs typeface="B Titr" panose="00000700000000000000" pitchFamily="2" charset="-78"/>
              </a:rPr>
              <a:t>بازگشت نیکو 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می خواهید فقط نزد خداست.  </a:t>
            </a:r>
            <a:endParaRPr lang="fa-IR" sz="3200" b="1" dirty="0">
              <a:solidFill>
                <a:srgbClr val="C0000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714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76F6F-EC07-4A75-8096-6E8346FD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D6CE5D20-03D7-10FA-0A87-F11FDFCC61FB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C9A1827C-369A-4933-FD78-2A6A568F26ED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7EE87760-B90B-A4F1-C526-2DA4C924BAD6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DFA4679B-1886-7B6C-4B49-C57705722F43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8E6C69BA-A43E-79F8-A2C3-AA76D1081C24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31A3201B-F5AD-704F-CF24-11291B7DC1CC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2F2D82C6-05EC-AE05-74ED-5927E948D871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2B2164DD-F182-46D1-3FC7-61677B0E1FD0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EC111CCF-389F-BD31-BC69-1D1403F27F43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F2F54BF3-24AF-E44B-FDF8-30FBEDDD6E05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15978C1D-2FB4-A04A-9453-7F7E6D2EF1E9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F39F6A0F-55E2-8160-672E-29EBE44637E1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A781D8A3-E83A-430A-2BFB-10E527E416EE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709490A2-CE0E-5D08-DFC1-CC8EB00923CC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7E49864D-E5BD-9821-8B28-E87DC71B189B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766176D4-05DB-724D-353C-EC9E10099D69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C3E9B02F-EEC1-5765-0A95-DD9181A730F7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DF8F1615-FB1B-A690-4C3F-4335387C9201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236DC2F4-E1B7-9A4E-9846-44BC6A22FC4F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74A52EAE-6BEF-9B78-AFE4-61334D25A3E3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AB59CB17-80F7-0246-C61F-AD4393717522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DD668168-F9FC-C09E-50AD-7DC6F90F3AF2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2BE2B2D0-9235-A4EF-4DF9-06A6C9B32EB8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548CD757-97EF-9679-1862-3C36FC20F21C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6624FE1D-AC03-2103-0E98-8ED9BB96238A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04CA3826-390E-1B38-0F23-CB673CED94A0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175631B4-02D3-7AC9-DFED-67B205D3464A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61EE5387-777B-6F85-B179-93503B7C3016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231DE8DD-E2A4-D2AD-33B6-B86ADB4EB39E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73A13DF8-CD84-102F-F902-DF594C5FFB95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78544159-5551-CAB7-635C-D8C1F50A4D45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8599BF9E-22C7-71BF-5775-F2AF8AC9C27C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90A11ECE-EFB9-84DF-6E39-E00349033776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A2DAE529-963E-4B2B-9948-C6A29A3F4915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78DB3A29-90BD-6691-6B38-BBEAD70ED002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277A392E-6237-992E-526E-D75E4D69F133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9494048F-65F8-97AC-51EB-3B7993A35749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284D68E3-5D4A-0A7B-CCC0-DD3DE8926043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ED0E0B80-D3AC-16F6-9BC9-1038DFB250F4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A1371D02-3F7C-C9B7-2BB3-FF2688324A08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2ED6A4D9-EC53-A049-90FA-99DA17E433B1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9E2D9050-354E-8711-FAC8-AB0311554EF5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83F99D06-6BD6-BF53-0BED-AFD0F9D0E25E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777E7D36-6ED0-A479-FB97-2111E52EEA63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3DF7C70C-2DE5-4BDF-4908-88CD224A6502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73BD52B8-1626-BFDE-AC92-B31609313175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B3EC63FA-1B8D-3DB6-EF88-8863E9312C69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D187616A-47B2-AA85-EE24-6057449F6728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5EAE6250-4CAD-CA1C-47B6-300CC00D736B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6D68FC76-5DE0-AB1F-8A9E-06F066071347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912AFCDF-2507-254A-3996-379E0AAC0C85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4DBC4093-10E1-E048-8705-D6A08723D5BF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E8C07E59-C9E4-CE1C-4CF2-1F10EEF3637E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78DE3EE1-810B-74FD-DF5D-BD6C4A833E3C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640B57AF-802C-BC25-BDDD-3FCC19CD336C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2C44717D-D1CF-88CB-9A77-69A21D37EE68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C2C3CA5A-40F8-2CD6-60AA-82BEFDBAE0BF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CB8B42FF-5573-729E-9309-D7549E4ED0B2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185A63B3-1B6F-9395-48B5-9C380095D071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A047C0E6-670E-99E7-E8A3-D3483AC802C7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B3641D38-2F8D-7412-574D-1C6698117FDC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DF2DC738-7DBF-D992-ACF3-A4EC8FCAE9A5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81CA1E36-B96E-181E-C85F-8B3023B26857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51A3B10F-92F3-736A-EC70-0599199A46F0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62CEE3C0-E465-ED0B-589D-A1F178958447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B75611B2-9E17-9793-CB2B-1A0AC578CF44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2CDE3A92-6C05-AA5D-321A-4956E458EF7D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7FFA4FB3-EB57-C97B-C85F-A108C6FD50A7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935E8799-3512-B0F4-57A4-8D2E3FF49D2F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72F8ABBC-94F0-EA1A-68B0-FF35BD7B882C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5EE0DA0C-F964-3217-3C6F-06EDF007344E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7C2693C0-8925-DAA0-B211-253304405098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9FFABE3F-F3E0-844D-B795-39873482F199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6F7380F0-2341-607D-0AE6-B678D1495A6F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96FD9C71-B6A1-D83B-F49A-A9816416023A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C8417BB2-6313-4369-82A4-1ED9C797008F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2AD40C73-7561-8981-604A-5A2B6A5F1A34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01BA3EF0-572B-5F14-1C0F-4E2EA1DDE300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523A45ED-C974-8B2C-F4CF-64F611B67AC6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36540981-11D6-9516-5970-A8196663B71D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FF38C4F5-78C9-41DE-7C04-2CBC90659956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66142D47-CD53-164B-888C-23B5A7B13418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127A39CF-CFC6-A884-D060-C258E1767239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DB864B1B-0F57-33AC-68BA-40CDB2E3E188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247E4500-CF0B-D56B-9B94-B55652EB912B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ECF18381-D54E-DB7F-DDAD-18A318A0C4B2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2E10A37F-5D70-5A22-5E94-B6363848A566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63184989-2640-4A01-2D3F-760300CFE2FA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43C8B396-D59D-97AD-4E89-115A00CD087D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D0C7DA57-1951-49E2-1EC7-181CC8241013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08EAAEC8-D84C-C184-20F3-8816C98329D8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55644AA1-21C9-4839-447C-ADB21C17D064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0418631A-3006-0171-185F-659279B2A99B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55152040-BC21-758E-F5AB-4C90776425B1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073E36DB-E153-6C8E-E5A1-117AF42F381A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8B37F4D9-5EE9-F253-27EA-B56D02789FC3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68EB01B5-C45D-2243-94B3-600AAAC2CEA6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B562E88A-A400-5429-6F8A-CFE8466FD56A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6C95FD87-878E-34BB-E14E-7773E005D7A8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D6EB506B-32BC-2339-3243-D169E81EF9DA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EC760EBB-50C8-6CDA-E362-05E0EF8A3204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0B6F01FF-9BEB-EE2E-09F1-69D996CD2324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DF86AE13-69F3-729A-7C9D-12561680694F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F70FDCDF-CC83-B998-A11C-B30263D3C819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E1295558-9179-C730-5192-B5DDBD0CEFF9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0617959D-6970-9293-2A6E-9348530D4E82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2508386E-6313-C8AF-80B9-B83211AE7A98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CE5B9D1D-1DB2-5A93-8963-1963AFFD16E7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A52B8A74-53A8-90F9-D1D8-79988599C07B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30AE2E69-9952-5440-C95E-F42E8A28D563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3811A922-D529-6282-4356-B73608D0C9C3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3A64FA78-5B55-A4F7-8548-CA083EA38BAC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377CE0CE-1D86-0F2F-52CF-5C3B9027BC11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9A91B44F-81DE-DD35-7021-9848BAA455EB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8D336A0-E004-0B1A-0C34-A7D2CBFA4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90924B-1AC8-EE42-6FCE-D8B54974D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481FAD-9438-E0B4-94BE-F64425799C9B}"/>
              </a:ext>
            </a:extLst>
          </p:cNvPr>
          <p:cNvSpPr/>
          <p:nvPr/>
        </p:nvSpPr>
        <p:spPr>
          <a:xfrm>
            <a:off x="685800" y="1250889"/>
            <a:ext cx="10983191" cy="43569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fa-IR" sz="3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6AD2A-CD28-1924-7DF5-B3AF30154B5F}"/>
              </a:ext>
            </a:extLst>
          </p:cNvPr>
          <p:cNvSpPr txBox="1"/>
          <p:nvPr/>
        </p:nvSpPr>
        <p:spPr>
          <a:xfrm>
            <a:off x="1776845" y="328697"/>
            <a:ext cx="92527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مدت زمان بهره‌مندی از سرمایه های دنیا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9831015D-DC69-B993-7475-D0F16FA13B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t="4793" r="50459" b="7273"/>
          <a:stretch>
            <a:fillRect/>
          </a:stretch>
        </p:blipFill>
        <p:spPr>
          <a:xfrm>
            <a:off x="1268541" y="1411524"/>
            <a:ext cx="2822681" cy="4034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E1EBF224-0A07-F4C4-8528-34F58F6D8494}"/>
              </a:ext>
            </a:extLst>
          </p:cNvPr>
          <p:cNvSpPr txBox="1"/>
          <p:nvPr/>
        </p:nvSpPr>
        <p:spPr>
          <a:xfrm>
            <a:off x="4091222" y="2064695"/>
            <a:ext cx="776395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7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حد فاصل</a:t>
            </a:r>
          </a:p>
          <a:p>
            <a:pPr algn="ctr"/>
            <a:r>
              <a:rPr lang="fa-IR" sz="8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 تولد </a:t>
            </a:r>
            <a:r>
              <a:rPr lang="fa-IR" sz="8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تا </a:t>
            </a:r>
            <a:r>
              <a:rPr lang="fa-IR" sz="8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مرگ</a:t>
            </a:r>
            <a:r>
              <a:rPr lang="fa-IR" sz="8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  <a:endParaRPr lang="en-US" sz="88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1575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4A79D-B7B0-74B9-A062-923F3FFB4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7302CF7B-2EC4-92BC-6022-6FB43456D4DF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A36F8EA5-5D97-DC51-FBC4-2FB4A3779C2E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03A8D5ED-5481-872F-E020-17C432424883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BB654F26-B281-FA64-8AB1-6A6A6AFC5668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B0C1CBAD-7089-C14F-C227-0E1134006F2D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53EA161A-4533-008B-EF6F-99F7BB17C657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35753A75-3A45-94E2-20B7-6BA75C35329C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26B315AD-C0A9-C297-45D8-6A2D5E606579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96D74829-8843-D33B-19C8-05250E85BC48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58A930BC-829B-B726-8993-AE2D10EE9C69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A3D86E35-7EA5-3C10-D931-4240B7214F8B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EBC73E8B-A7C5-684C-51D6-7E3B1B0D28D0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C9DF6AE2-A4B4-8F5A-A2AA-8DE528FC311E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FAE6BC16-8954-1B24-8DCF-8ABE9C0A625B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73C25D79-C59A-6D44-0874-B5D84043889F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BE2E8072-E612-331C-E50E-3967703A5021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8CA7EC8F-C68E-A613-6FAE-AFB43CF1D0D5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1D7C85D0-8D2F-6370-1109-98E78434A9F3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2D2C8BD6-8327-C1B2-56AA-A81B13E125CD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641882AB-147E-5ADF-F1A7-21AA8DF65688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BDE274A8-4887-2B15-AE46-D21B488C225B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ACFED0DA-C79C-5B5D-528A-944E595CAC3A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F29F4369-03B4-5EFE-AA11-64A4D5CC6BCC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FF5078A5-93F4-B992-1C63-7D68442D6ADC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1039D3AE-8CBA-FF5A-7407-29CF9F66ABED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B167D6B7-740F-9C5A-9CFF-EDD1C360C590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D7BBB201-2E35-8738-F4B6-2B1854724844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8D4E09CA-EB24-7BA4-0BED-127274555D35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EE224B86-0DF1-3F27-1FBB-C35504691692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6FBB5773-3005-22D7-FA60-0EE4F420485D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632C2595-E868-162D-2F94-0F685573D48B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F5E9FE28-68D2-DBEC-557A-69DDBE4EF4E6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9D65BD63-9DBC-5F3B-AA1E-BC6A628FF711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6E21130A-E528-E99F-ADFC-F5B367527EF7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1C20B19B-65EC-257C-68F1-C5B969B35C9E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5DC3B352-8DDF-0FAB-318B-A126CDD162B8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DEE1E48B-B41A-6150-B451-7F8DC30B9F0B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7606FE67-0D31-8686-42EB-0C883107E6BA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2121D653-907B-934A-BA1A-260CACDC4C89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A6AC0BBB-CA77-F262-6E1D-20CCB27280D2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9D1215BC-BFC3-7E52-93F8-5417C9DCAEE5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E080C1DA-6DE5-376E-E309-197AB0253A0E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9A64F977-B2C6-4247-902F-727494768257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9F4FF1D2-6291-C257-64BA-A3C7F2442847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FE4AE139-E38F-AB26-3A21-5B1FC6793020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3200DE8E-76B2-CC85-5854-0D32CA621C99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539D851A-AE2E-388B-991B-C70ADF2365D9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B0797CC8-84E1-7BA8-2BF5-CB764327892B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1ED0FD36-7505-EE43-0738-5ABA8E9E7DA9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BB3F7DFA-46B3-3943-88A7-6FBBF9CF86F7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E311720B-916D-C320-5370-943D10AEDBF1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5D0F9657-D298-1847-ED2B-AB41208E3B33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8DCF4562-E896-6D78-8159-3EF90EFDB666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E6DD4EC0-B413-C14F-CE23-5EC57A4CED3F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9D1E575B-6E7E-10CD-6FC0-3E1180E41BCF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FAE071EA-31AE-B81F-0497-625599C8913B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A9C4BCFD-2EDD-B212-1592-791F4548A8B5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3167E856-9EED-31E6-BA50-1B6ED0DFA35B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B523962D-5116-2940-2A29-FAD61F8F8B84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2D9B345C-C55E-DE59-F8EA-8422D9416E4F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A3645D4A-0C47-5498-51F7-F9C04FC35317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7A38292A-A887-9198-5C87-70057198519A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481C44B7-AD93-148A-8910-A6C711D8DEEC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41261543-4021-7876-E812-0F3089839C07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CEAB9C5A-D953-B562-763B-467238732FB3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81B45AFB-2AC2-8B76-A76F-F9CE140DD3FF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C9ECF069-ACA1-E96F-D40E-965858B70DF5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F12D9117-71A3-E86E-4E4C-F41719D07907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00AACAAA-AC03-4EA4-A0E3-3184C4C460A1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AD6BDABE-8B7A-1F38-43F3-A262E1AEFC41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243030DD-6806-50DC-ECE4-825CB184A888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FC8499CB-08DA-2BD0-C7E9-34167A42A033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6A05DAD0-EF99-1E7A-AE68-3D78D363CE28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309C23A9-1D2A-4777-AFB3-EEFA5F22AF7E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130780BD-CD06-6DA7-D628-311D5C4483E5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66FBDBCB-2F6A-9DE0-EC90-065C47212BB3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B01077A9-FD30-4A06-B195-2129A96670A5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36EA45B4-3DA8-C51F-0C44-FD816AA80FBC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87AEB172-261B-1439-A73B-044148E7F4AE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6106BFCD-5CC0-0B21-CBB8-ED134CD6484B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9B4C599A-700F-4ABD-B743-636A079DD449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81CAB193-D261-4138-DB23-CB10F5FA79C3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6628F308-1E38-E01F-E66F-1B9819F66B9C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3B94F10B-68B4-C25D-2C06-9D2881F60D98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5C663DF3-A3DE-27A3-5092-CD3DD8BF1701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EE264C1E-9E40-52E8-7D11-42C17422745C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AFA00DD5-2F2C-03A3-D76A-7DA5B0CAE050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29E0D32D-A998-0A14-8D60-DDE8CFFE45CB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E7ABD585-8304-3E20-5BA1-D2A9A67B96E8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D18E1C24-DA23-E557-85D3-7EADD8110171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A15C4CE4-4A8E-6836-5C3B-8DF08F6DABED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A47CAECA-2CC0-FECF-8CE9-49A9574F6A09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2CA3E722-6FED-C29A-5284-1C6E2D30846D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BAE34840-9563-BB42-CB31-6ACE06893B5C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3B2647CD-8CDD-E9F4-DE63-D125EAE02836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7FDFB66E-45DE-4E26-79C3-ED4156E8CE4C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6311008D-212E-019B-5A7B-EE38C5CEDB0D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34DD04B5-6EC6-B34D-AE12-EF7CB0867364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6C80FC9E-1324-473C-8632-AE0FEFDD94D7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212BEFC3-986F-0B13-1DB0-433A6C660B96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B277CFAF-D01B-AD7A-5C8C-7424C08A4F0A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C2A6BABC-138F-82AA-4525-53137DB6B59E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00A670CD-360B-6C1B-E637-6DEDD11E9A2D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3BBB0326-0370-1A2C-75E6-FB7B4FDC62F9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99D9BC6D-983D-DA87-B78C-6267222CCC95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CACCDCD0-2661-955B-B603-5585371171A9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129591F4-C533-400C-008F-6F0F68FE210A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77E0D723-9A92-3A6E-945B-B486E3836BC0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D542A42E-4B0E-AB4A-D162-DB5037A9F3EB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DE4E053D-E283-5793-6B2D-C851C6C23FBB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3AAA2A2C-1625-0BA3-D88B-5F7BC0DCA8B1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F273A24B-614E-098A-5C10-FA682B100CC9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DED6573B-1094-AD5F-423C-5688445107CA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D0F33D9D-46AB-7E4F-7F32-D79F3BE5A7D4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285A2C6-2444-673E-F76E-45578E837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D38282-D603-5CD8-1C96-2D956624B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F65CE3C-E86A-FCF0-4048-EAC7EB73D8A9}"/>
              </a:ext>
            </a:extLst>
          </p:cNvPr>
          <p:cNvSpPr/>
          <p:nvPr/>
        </p:nvSpPr>
        <p:spPr>
          <a:xfrm>
            <a:off x="685800" y="1250889"/>
            <a:ext cx="10983191" cy="43569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fa-IR" sz="3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1E4BD-8725-C7D5-EE86-BAF7BBC3EB6B}"/>
              </a:ext>
            </a:extLst>
          </p:cNvPr>
          <p:cNvSpPr txBox="1"/>
          <p:nvPr/>
        </p:nvSpPr>
        <p:spPr>
          <a:xfrm>
            <a:off x="222065" y="262244"/>
            <a:ext cx="10529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هدف خداوند از تحویل سرمایه های دنیا به انسانها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7755D6A-DC3D-6F79-60E6-D141986E714E}"/>
              </a:ext>
            </a:extLst>
          </p:cNvPr>
          <p:cNvSpPr txBox="1"/>
          <p:nvPr/>
        </p:nvSpPr>
        <p:spPr>
          <a:xfrm>
            <a:off x="4774461" y="1940345"/>
            <a:ext cx="77639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7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نیکی رساندن</a:t>
            </a:r>
          </a:p>
          <a:p>
            <a:pPr algn="ctr"/>
            <a:r>
              <a:rPr lang="fa-IR" sz="7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به یکدیگر </a:t>
            </a:r>
            <a:endParaRPr lang="en-US" sz="88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pic>
        <p:nvPicPr>
          <p:cNvPr id="122" name="Picture 121" descr="A person climbing a rock&#10;&#10;AI-generated content may be incorrect.">
            <a:extLst>
              <a:ext uri="{FF2B5EF4-FFF2-40B4-BE49-F238E27FC236}">
                <a16:creationId xmlns:a16="http://schemas.microsoft.com/office/drawing/2014/main" id="{42AB0C8E-F98D-54E3-0B3F-B7176369FC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64" y="1816664"/>
            <a:ext cx="4573622" cy="3049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886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613C2-7D74-DF9D-C9D0-04C99117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D9F57356-3D85-F601-10DA-8C34D2E3C82C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92CE8ED4-D168-EB1B-8DB3-5A3CB4024D1E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A00517F8-D760-1782-2CFB-E43356CB246E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3E4FEC12-F63E-7B57-3B6C-3C084247AD25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C27175DB-B6A0-A97C-6A60-0AA569851685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78D9BD73-0258-2840-5DD6-8A2D0756E922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048601B3-5D2E-F59A-4857-53BA5D4B9639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1678AECF-CB8B-E829-7823-694A3BCA62BD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7011EF7C-1F22-64DF-8197-BB728E553D98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3BFE25CB-A68F-66B2-F0AA-9EE3956C5B5B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A40664CC-8A52-854C-46C6-0AA4A3A667AA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69E8ADF7-2E3F-F2B6-A9DB-20C46B056D97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BF4BD0B7-ABE8-F341-D1DE-48F9206D17FD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F94D75D0-94F7-0B1C-8C4E-2A4848A95923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93BEBCBE-4732-8E4B-EBE3-A7EB0F769F0B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DBAE7A5F-B6ED-62D8-46D2-03BB70315DDD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108DC260-9617-451F-C5D4-544E8C03578D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76DB9FA5-4DAA-1DF9-FEE6-91D7FC0F4947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7E0B9858-045C-D9D6-D87E-7201773159D3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BB89B9EB-791F-34BC-89DC-FAF6413BCBC9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BE9A1185-0E8D-ED40-6A70-123FE3F7BEE8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FB56CD68-17A4-2A3C-1715-0C7AEE3C4870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72E3268F-48F2-B54E-A7E1-D69A4588ACBD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A66D3E42-0625-3CC7-7D93-B4ECCD0CE0F0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841ED12C-1860-3210-98CE-977F4C8F61AA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CB3B868F-8608-1589-72F7-471EB8660A20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8C9EBF24-4B44-E892-E55F-0B542B0C7C25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855E7135-534B-80FB-863C-08492BAE47E8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A9248F30-657D-B7A4-AB24-2C1C05908694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88AF17D8-8C50-B6D8-6665-CB75A2AE3E95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2F166F3C-74B0-B3CE-DD7A-B056BB06974F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B0C14671-520F-EA31-ECAA-74D99140DBEB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F44C6274-18CD-8664-2BCA-233FBB5083B9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E48D6B82-92EA-3584-C474-6550CF98D9C6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3C5005C2-8FB3-2CFD-1819-A5EB349DB593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861B3443-CF56-AA2E-D43E-E12DD70BE87C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F9CB377E-C58D-6838-70A7-6C1B2C6D9665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EC6EA1DD-30C3-5A5E-C80D-41D232FB8667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C73C009E-2399-7EBB-9C13-AD0778299DF3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E7467782-CF39-6317-6EE5-5CAEE7D86173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96C8A736-30FE-10A8-FC91-8FC820535627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C3122E96-D467-ADE2-797F-EDE76E5E5E70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55693A2F-EA6B-E36E-3676-4BCC7C1409DC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2FDF88AC-3408-BE6C-5FE0-B29519FEDB27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823DF075-11FC-2355-E170-1D5CEC21C1ED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BEB082BC-537A-250E-51B4-F41FA1DD4E50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670893D8-B67C-52D1-97FE-8993F1B8C45A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C7C0DD38-D11E-E6FE-CBA2-C1E3B717FDF1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131F5920-B4CB-2E55-CBF3-EFFF9A5F23EB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9C0D07FA-B596-C39D-02D2-14C0CE67F910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B88EA7A1-B430-71DF-D7B0-4C786B30375A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66A9EB56-1576-F538-B00F-43626957D1D1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2652904F-5BCB-EB93-9A1F-1761AD96A410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6C86FCBE-CC80-8CBD-CDEA-7BDCE759A124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59F13DD2-3251-DF14-E8F8-FBD28BC9A9D6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F45B31A4-34A7-CF29-2813-964807FD5F56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BDB68640-647D-D1D4-2D18-78AD1C1C1864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83D5FB32-BF50-6EC6-6CB3-9D567B75D28E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2555B752-4EBB-6AEF-5D91-FE9BEE618DC9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F14169D4-6BED-FE0B-AE81-5978556EB807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B1C082BB-0CF1-C274-6688-A0444E8B6D58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6217521D-87F9-E29E-8CC2-900B046F8413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ABDD3A40-BEC0-D08B-A3BD-CC21134BD0DB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9D7536FA-4D48-ED4E-A1A2-9B6A1D0246D4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C3139A75-CD9A-508A-3B95-775B2A0E541B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66933CEB-62A7-7962-7F37-DE08B6E21B84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E7643AF6-F305-11E2-822C-3B2C15FB8313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3CE5EC3D-6C77-4BDA-EBAA-41A77E3F549E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172748EC-D97B-CA28-9182-03FFF986D63E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92890CEF-0044-7033-5C64-8DD77B5DC9EE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395A2000-318F-C2F6-EA70-73BC93E75EF7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6CAAFC0E-3293-9B52-51B6-0218DCB53159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06091865-750F-2353-B2E5-67A0675F60E8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00E39ACF-DFF6-9B15-934C-5D93F62DFC1D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4EC40CB4-33B4-E368-F27F-7469A493463F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322652D8-6A0E-6F4F-A85D-4D92D8B498BD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E9CA700E-A9FC-1319-8BCF-DFA9E69561C5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810E9615-38B7-ECD7-4C3E-A569495E76D3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28248D32-942B-D89D-65E8-AF3FB46701E0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369F20DD-2C93-F29E-D7CF-9CBD2C4612C5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660D0D57-F894-3655-B655-DAA76DFC1EF8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1222C33C-E69A-379B-647A-C3025B047A9F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8CF924AB-103D-4B3C-A07F-48680FD9001F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D4D74D56-A0FD-9D2F-293A-8689D7ADFD4D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6523510A-7808-9281-FB11-009662121922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9F990EF5-2899-046D-5BD4-02F641D57E48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844A00A1-4BF1-485F-6FCB-1764265A8092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D11A3D47-4F09-5597-C4AB-E0FB496CD07C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77BE7C0E-4AFA-A441-C7C4-F439D0B2DDE5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E7773ACD-E98D-A094-0A55-9FBE411BF16E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417CE527-E5A4-6D1F-D05E-7D09AAB30DDD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316465DA-BBD9-1AD9-7DF7-6C741A852D6A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783B73DE-40F7-5EE4-1389-47CDB32AF8CA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EEA084E1-DCC7-0C32-0510-7EE8D74E5831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F950D308-CC06-2B92-C984-DFA0EB11583E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46445BDF-976A-CA46-14F6-853FD0E4E2C3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DBFBECC9-5F34-21F4-9375-273CC88AC95A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CD99EB89-42E0-9C69-8124-CB916BD17B4B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4D273532-93F3-4D50-7285-99DD0A2597D5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095A687E-D783-33C0-A3D3-1FB88B80DBF1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2F326001-2C4C-3C24-C4A5-4426517B083B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2740B8A5-A528-7B0C-D8FF-6156DC09E9B3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9EBEAC07-F26C-271A-0A3B-6C20069CD8DD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94AE9374-4728-6E3D-0A7D-3416B550F3FA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BF5489C1-4E13-35AD-7D0D-799EB6D8C355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0B812234-007E-14A0-0F70-68853F879C7E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587B642C-11AF-7576-D355-C8C7EAF52C11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CD82C6E8-CC8A-DD49-4FDB-B96946C6FF77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B9E32823-16BA-273F-FECD-47CD6B8FFC0F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FF7ECD35-95E0-537D-ED1F-5AFCEC5D7AB6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FBCF355F-38BA-23DB-7A01-A6F29D390EA9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B8BC3891-B596-EFBA-79BE-B1DD87F9E6C4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3695B26D-E026-DF7E-4D94-FFB27012F110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6159BDF9-51E6-1C8E-42DA-5DAE8112FDEC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E99438E-40A4-7E5E-A9B6-574B522F1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2548B2-35B2-54A7-DBCE-C4BDF20A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60DF7ED-B9EF-DE54-AB9A-53DC6D160DCC}"/>
              </a:ext>
            </a:extLst>
          </p:cNvPr>
          <p:cNvSpPr/>
          <p:nvPr/>
        </p:nvSpPr>
        <p:spPr>
          <a:xfrm>
            <a:off x="1149927" y="1035886"/>
            <a:ext cx="9892146" cy="4571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الَّذِي خَلَقَ الْمَوْتَ وَالْحَيَاةَ لِيَبْلُوَكُمْ أَيُّكُمْ أَحْسَنُ عَمَلًا.    </a:t>
            </a:r>
          </a:p>
          <a:p>
            <a:pPr algn="ctr" rtl="1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(سوره مُلک آیه 2) </a:t>
            </a:r>
          </a:p>
          <a:p>
            <a:pPr algn="ctr" rtl="1">
              <a:lnSpc>
                <a:spcPct val="150000"/>
              </a:lnSpc>
            </a:pPr>
            <a:endParaRPr lang="fa-IR" sz="24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خداوند مرگ و زندگی را آفرید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تا شما را در این مدت زمان 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حد فاصل تولد تا مرگ 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آزمایش نماید</a:t>
            </a:r>
          </a:p>
          <a:p>
            <a:pPr algn="ctr" rtl="1">
              <a:lnSpc>
                <a:spcPct val="150000"/>
              </a:lnSpc>
            </a:pP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که کدام یک </a:t>
            </a:r>
            <a:r>
              <a:rPr lang="fa-IR" sz="32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نیکوکارتر</a:t>
            </a:r>
            <a:r>
              <a:rPr lang="fa-IR" sz="32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هستید. </a:t>
            </a:r>
          </a:p>
        </p:txBody>
      </p:sp>
    </p:spTree>
    <p:extLst>
      <p:ext uri="{BB962C8B-B14F-4D97-AF65-F5344CB8AC3E}">
        <p14:creationId xmlns:p14="http://schemas.microsoft.com/office/powerpoint/2010/main" val="218226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5CD85-1F0F-D08C-F534-D4BE9EBA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F66F2528-AD19-BF5A-AEA0-84E7072A422E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5E282703-E41D-0EF3-B573-E961C4765A3A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9AD5B607-FFC9-B8D1-149E-D48A12B45362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01170B22-B40B-7B67-9AA5-9380983E4993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774A8743-506A-02E5-9C78-F0CA1CDC2E84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1BA4AC9F-9717-706E-AD84-04D682F4BC25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4F341C61-3B4E-B705-3F0C-B09313151F67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96837418-4B39-ADD2-8ACE-4EF6F72FE59E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4807F0A1-9531-0752-4CBD-7851E44AFD35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090CFEB6-86E4-1D47-54B0-8CD79B49FC99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DDEE1CEA-17ED-DE64-ED00-2B708DF86961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CF6E2142-2384-2B3C-0596-D3E24DD501CF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1BE26B3A-F2AC-147F-24DC-59A70F0A6259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C68A46B2-18E1-89DA-D3F1-98F8A2FFB94D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B38340A5-23F6-DD74-3412-7A11D36C0752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D00C6F3D-D93F-E372-5238-83D721752C45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FE9EA306-A6AC-6598-8063-C2F65960E5E3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5363C4BE-E89A-A366-9DE2-A5F887E09A06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9E7F6BAD-5272-F524-C357-4D9F2A83E3CD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0551E774-A3C3-2A8D-9B97-5EC97630FA5C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D3DC9DBB-FDE6-E326-7851-1D2D6DD32688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59A1767A-B96B-E058-82A5-E284DB16B726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CA43EC66-B7EB-29D4-7DF1-6E2BD04D946C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20F5CBC1-9048-C34C-A877-6C1B83B5FDAE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D733A4DC-895E-B237-81A1-62D79BA95281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0BF876A6-28EA-D8D6-78CD-6A103BBBF185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3247D2E1-87BB-5974-AED6-44438132A468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32E1F012-0961-E86C-E305-2EB192A7B2FE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0E14CC18-54B9-3F2C-F05B-85A59DD82F4A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2439B362-ED4E-DB7A-6E80-EA754EA4E0AC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97D221C4-A7C1-AC9D-22F7-4B8D275B8B5A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295A35DF-3327-1D25-4791-E9052D200DF2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B5E28CDB-D3D9-357D-1287-1E58D6F9D265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E0794E5D-7E8F-CE10-315C-90E354BD236D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D055A7FF-E718-256B-28D8-1CDDAE9F766A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7BB6CF48-8844-47B2-3A22-A1361167E419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F1C64506-3557-A37E-5474-AB6DF1B266BF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982F761C-153D-48BA-5A99-C8AA2CF09FA7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F7E591FA-1622-871F-D798-BFB2768FC9E2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77BDF973-D1B5-7B13-10FC-76DE48972347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2AB578DD-02CC-D2C2-7528-2304A9B11511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FCB37796-7711-75B6-66F3-3A884A893A7D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5DD64C7D-3104-77BC-6B85-4664E41F1CB0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CBC958E0-C438-6C13-05E6-FE1651DC4F95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1E72D7D9-500E-3D73-C9BE-4C5D8D788ABD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9E9C19D6-7AD6-AB5A-56C8-36742ADA6E25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FDF0ED26-390E-7ACC-A414-FBDA4E5252F4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7E82C40C-F7CA-189A-7C78-BE53662D59A0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13E9EBEE-BB2A-3A1D-B67E-7682C66CCCE8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824E03CC-E71D-5C47-FF1B-022C1F1A484C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16F38F45-999D-860C-3495-CF0AD87DAB83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EED477AA-04B4-1BDE-DC7E-A4E96DB05B66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71370134-05D0-9779-4D1E-AAB82E0C1B1F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EF933DA4-884C-6F8B-50F6-94368725777A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DADD0C0D-0375-BD53-5B1A-2CC5319B98A4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B16C1A3F-99CE-E5CC-4DD6-E06049269415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56663C96-E49A-62D3-20E7-980DB600BA39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89493FFC-6195-B09E-2094-CEBB094FF731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F7BAD472-E5A1-311B-0801-D9B8CBCC7171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88A59F6B-8186-0FC8-BDCE-C6C3B11870EF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7D4219E5-6053-D601-2647-04EF684EFBCA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9E9DD9FE-B351-5991-6635-2553DE296E74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72F5F26E-47C8-9EC2-CDDD-2FAC0A1A3AE5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1230DDFD-9FB6-107F-40C3-C771D3E3FEDC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740EF29B-121E-0770-DB77-52C381B566BA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ED14907E-261A-BEED-F053-EAFB64C30E44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289A566F-D083-874E-5A76-77D0582D22A5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C5EC2DDC-7F14-8BF5-0F9D-B53C6F4CE61C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6F74D56E-FD68-FDDB-4340-67B3BA64C455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C5508D82-ED3E-3B1E-F3A9-B2CCFE5220B2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B52DA5D4-31EE-B343-2EAB-6B735E4B7C25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F68B16BC-3D55-D35D-5702-0DDB7E67FE72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85A08F4C-EBA6-B2EB-F66F-B14CC7E8D1AF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1D6760FA-F97E-FF7C-54C1-E52F56344822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456C6087-3BFD-135F-BD4F-7444B1B4DE82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EEF5CDD2-3DAE-A5F5-AAFA-E01823486034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768DBCB6-6BAE-BCCB-EDBD-EBCECBB38B32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5288A76D-3E2B-F9B8-8256-55E8A86CAE85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E0BC17CD-D652-4A56-6171-CE02063713A1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4E599905-4DD5-3389-6253-1B8E31F54239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7DE376F6-DF44-925D-6CE2-A98DEC58455D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06249EDB-867A-B0E6-AD24-BA9417BF7956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72BF13B6-DE18-3D0A-51D5-D45BBE6EBBAE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F059A067-EC8A-6421-BBDE-428A95AA17FD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04C135D6-AAEA-60C3-B3FA-3E434B9CCE37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4B2732EF-B4A4-8A73-5A19-5D9FD8DB2EB6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9F221F1C-A1E4-C455-2F07-F0AD831F949C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BE3EC57A-3694-C66F-5C89-54E4C7B2CFC2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05741413-93BB-C9BC-6DED-AB5737929AAD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F526A1AC-3920-7BB7-B1C8-91C9D61DEC2F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5F13E49B-12DC-2847-DA6B-47764672428E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C1E98211-6530-CF13-04FF-E2FC628B9566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2D3DF20A-8B51-140B-B52F-70443D2FB862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65A2DFAF-5CBC-C25E-9AA1-44524636BC10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38D47612-B6BA-CD88-18DB-4A023D902216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A6CBB062-561F-1C88-7689-557C6745CC34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174BCFEA-024B-0725-2D99-C90BC8131968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4CFAA44E-2184-D4C0-F6AF-DC1CB7F1070A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A2825398-B5E7-C0D2-C3B3-1E9409A2CD84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B45F1FEF-46F5-5984-4E41-0686CF4CE4F9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F28D8650-8A12-2E44-8201-83D168BA5DD0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68D477AB-2488-848F-B7BC-0FFB1C0A519C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73D22E79-09C7-66E1-C4F6-E239866890D1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2BE50A72-72DC-5630-981E-7B055AC0C7C3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DD414004-6B22-AEA1-AA39-750B0C5F119B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8EC68A78-083D-B4F9-343D-CB88D4FA47FC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79F0D29F-BCA5-9E92-5463-80DCA2DFF50C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94DD37F3-0B40-00DF-7F68-AD30DC0DEC3A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DC967A83-0788-A7EC-1417-54AFF54E2995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96577DEF-F9F0-C9DB-0B93-EF5362463E28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A7AC3697-959F-362D-B376-2369F42EF8D3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A9E1C1FA-D0FC-64A1-5DF1-6AF57C31B667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8A3278FF-62AA-1434-6682-979A9E16B30F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4E6C1C3A-2A45-F330-8BBD-106EB0EB0702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524BB0B-B8E5-46D4-569A-A7F4B8A5F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E3331A-E646-7F8A-7543-CA89952BA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BE59420-8877-66D0-F4D7-79CC425D9FA1}"/>
              </a:ext>
            </a:extLst>
          </p:cNvPr>
          <p:cNvSpPr/>
          <p:nvPr/>
        </p:nvSpPr>
        <p:spPr>
          <a:xfrm>
            <a:off x="687002" y="1250115"/>
            <a:ext cx="10983191" cy="43569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fa-IR" sz="3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B9798-EA4B-4080-7B3B-A73B46E2DC01}"/>
              </a:ext>
            </a:extLst>
          </p:cNvPr>
          <p:cNvSpPr txBox="1"/>
          <p:nvPr/>
        </p:nvSpPr>
        <p:spPr>
          <a:xfrm>
            <a:off x="-22928" y="197099"/>
            <a:ext cx="10529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پاداش استفاده از سرمایه‌های دنیا در راه نیکوکاری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F5AF4A1-7422-90A1-1AF6-E81B7DDAB21E}"/>
              </a:ext>
            </a:extLst>
          </p:cNvPr>
          <p:cNvSpPr txBox="1"/>
          <p:nvPr/>
        </p:nvSpPr>
        <p:spPr>
          <a:xfrm>
            <a:off x="523009" y="1730446"/>
            <a:ext cx="113111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a-IR" sz="28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لِلَّذِينَ أَحْسَنُوا الْحُسْنَى وَزِيَادَةٌ وَلَا يَرْهَقُ وُجُوهَهُمْ</a:t>
            </a:r>
          </a:p>
          <a:p>
            <a:pPr algn="ctr">
              <a:lnSpc>
                <a:spcPct val="150000"/>
              </a:lnSpc>
            </a:pP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قَتَرٌ وَلَا ذِلَّةٌ أُولَئِكَ أَصْحَابُ الْجَنَّةِ هُمْ فِيهَا خَالِدُونَ.</a:t>
            </a:r>
            <a:r>
              <a:rPr lang="fa-IR" sz="5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 </a:t>
            </a:r>
            <a:r>
              <a:rPr lang="fa-IR" sz="2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(سوره یونس آیه 26)</a:t>
            </a:r>
          </a:p>
          <a:p>
            <a:pPr algn="ctr">
              <a:lnSpc>
                <a:spcPct val="150000"/>
              </a:lnSpc>
            </a:pPr>
            <a:endParaRPr lang="fa-IR" sz="24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8427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5B367-08EE-52F8-3803-77E21E1B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50DCEAE7-A579-9B36-CD13-940B97C5C55D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22879FC6-02A9-5A24-C8F9-37C8F1B3D7AB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5B7E4882-DB95-2293-B7E5-9BBAB8491A9F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DEC88728-D440-80A5-A370-F4BCA1CF53C5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70140CA5-833D-1262-392F-61D2FA940802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751B9EBB-40CB-906A-E971-A35C58520225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977C6816-0B3F-08C0-7608-9C010BED4A66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DD0E7429-45F1-F4D7-7548-305D5712EB0E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66E1758A-24ED-9CE2-E783-30BE03E9E3B7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6C07557A-A9D6-8B8E-F350-F6FDB8F4E45B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1B2B99E8-56B2-035D-7A0D-B18AA62E657E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DDBB9439-F5DC-F028-062B-FEF76245D8C6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3854160B-450D-A139-E9C9-C5C38488E5E0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1FCEF6BF-225B-2824-4C8A-D5777400451D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467EADBC-A792-2FE5-7C40-95D66C361E38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EF2AC420-DDE9-A79F-EB96-AEF7F0904A3F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A657A80B-3845-239C-50E1-E8244EA1BE91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1363CD75-41C9-A7A9-43BE-A77068338941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96490402-EDA7-1CDF-60B7-C2CB27B0CAEE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6DB196CA-AD47-D5F0-1BF8-BDB37F814775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470C7966-FE1E-DA32-A036-CC99B092A2A2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791154F4-6B6C-862B-3914-8CBCD91E6C72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ACB7505A-AB1F-E11E-95B1-BCC694CC31F1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8245D4A8-0DA7-7B99-4E29-A82BFB39B639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D75C9824-5AEE-5337-5C8D-1DF639D2BC78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6B5EE96D-8CD3-147B-AAD2-BADDAB7DF29E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34A76789-6E51-6463-2A1A-8222642676B0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571404C5-FAD4-D0B0-8CB5-FC930457AC01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28E9226D-0B96-FA1C-5E97-19813C130B62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01F4963F-6C22-F38F-324C-0B231B6753B4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024C184D-D737-D225-47BE-D80DB891016B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BFB1C438-5C17-BD2A-AB19-60C6CC7C7CA1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98E45C03-3A7C-B3D3-0F9B-8A93444AAF80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67D26708-89EB-52EA-8466-8E4CE13BFADE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03186E90-D088-FC15-49BA-1BE296214853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45E0ECBF-59EF-BE40-B358-D922F8126095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1F45EF1E-3E4F-5E80-9251-23286CB92E04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AAB5DD91-737C-4862-28CF-D340891A1E79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24473D34-AE06-E5F1-2CBB-F25D9381E01A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AE1868A1-968F-19B6-712F-DDCD605CFF1F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41C4F0CB-A271-2831-3091-C491AA64BE17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5B69BF99-C19B-2E3E-0CE8-02F17A955963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F5F129EB-1430-DDB4-9A9B-A093D8BED348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F77CEF7D-9438-3CA5-AF73-DF5373A6D709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BF558A1B-963B-B3E2-46FE-CE84D57E64ED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1AC7AFC2-EB20-806D-DF44-F5F3BA608C52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630DF7B8-C98E-384E-9C1B-722C64FF73ED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BDE06622-1A3B-01EE-C3D5-BF6E591DCFC9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2A6B6ECB-9FA2-3F93-6664-649FE433FE76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C3629B9B-6562-4687-41D0-6FE5DD16E70A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A0098CE1-0D3E-5EC4-534F-903E3E2BA6C5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E3AC04A8-5EF8-5C5E-933B-2B8B425818AF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46347FD0-472F-9F84-0406-E4A1BA0A488C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42D13CCE-238A-F278-0749-E0462102FD01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6C4B07BB-7775-578E-A262-DF9013F49B29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F34A1BF3-6E50-AEA9-C650-50E138D89C6D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BFB1ED18-854F-3029-D53D-1C8917725865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40D05770-903B-BC84-C240-04BE11BF085B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644DF3B6-B13B-4301-FA9B-4DD445F8339A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6E46D189-1593-3B54-548F-AF2D28C9FBA5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874B5DFC-0C70-39CA-8C02-BE4C8ADCA1E8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F3A33D98-50F8-74DB-7ABE-FDE89E3BE18A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269B35B7-0027-FD9B-62DA-C45751738DCF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3B603E02-1036-831B-C051-9D8722DECA3B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2FF779D7-ADB5-D8B5-079D-6D6749D51B31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260E5A05-9EB7-556E-8CE1-3BC477287402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E42523E2-FDB0-E029-3C23-C932BB778D85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5FC40E67-F9BC-9AE1-39E7-1A3423BB153C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20644626-2C38-2F88-46C8-98E21D115D6F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B7230900-B9CF-633B-C9E8-4E83E0E41F08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FAF8C658-53B1-F1E5-8A42-6AE7DC67E9A4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5B9DA9EB-7653-AE0E-EB0F-CF2F791E6549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69AB635A-54E8-0722-941E-0A42ADC46C0D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3CF43132-852F-FCF6-0E21-FDE31B4BA8DF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C15D516F-2FBB-D415-904C-F4BDC3CE7E79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9683BA89-C778-5C36-39C6-9A5C166B8883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6905046B-89A9-5F32-5D00-C1030522CD06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6A410589-8D84-37F5-95F3-6803B71EDE92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62DC2F0E-EC79-4446-10BA-CE73B51D4FF1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AB6A7DEB-009D-A326-0F56-B6ABB7500C92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883DCE95-179B-61EF-F740-2605240F4847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CDF15D76-FDDA-9654-317F-80C18E4807BA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ACBCA8D7-949A-0BC3-40BA-8B32E7147566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8C38EBEF-7979-0AB5-9DDF-2041EA7C6082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C7EE25C3-7359-5ACD-F861-3094718A6AEE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3E023A9B-6640-D378-4264-602543A67FEF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208A00FA-9F80-FB49-EF2B-91917BA28181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6753E28A-3772-1DC3-31E3-FFC8466A5AA9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DD84A65E-B210-D1ED-9303-3865AD52A50A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E922E09B-FA6F-2873-066A-3AF7DE9CA1D2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B7F0D91F-4389-8F21-0C8D-3A7D529A400F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9B9DA0F2-6055-87DD-2A8C-B6AE5F453862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A8EAC7C0-D094-883B-9C0E-9E81E195D16A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A27047D7-86B8-89D3-8E02-A124475CBB5E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42F378D4-35CF-F26A-C6FF-1E358647035D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B7DE2EAD-F561-36EC-B4CE-00377F0631E1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C9C33CFE-3867-4725-2467-A673B85BA4E3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D251BB34-72FD-CFA3-01AB-36A2D18DDBB1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B706266C-44AD-27CE-2A42-BC7F04BDE715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17E4D8E0-A265-69B6-5255-A5EB5971DA75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31AB2737-D7A1-E412-BC93-B4EE8B1F1495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EF2A56BA-C8D2-5D6E-8498-4E238C9F72EC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2AC3D787-EBE0-E6F8-544D-A7C7ED08187B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E42146B0-900B-B8BA-B5BF-5AC9C05E8DAD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21598793-E542-6586-BC77-786B8C081F93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BACB3F88-B18C-1FBD-5B83-EBC8FBDFA555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65F50F24-A388-381B-6C60-82A5456F53F6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C9FEDFA1-8E22-4D6F-688B-0FC7D93EFA33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F9FC2D5F-564A-8017-6743-1BB5001B94A3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417149DE-7A78-5E14-4EF4-2B2AFA532A64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36764ECD-10D2-0C53-FBBB-F5D750B34CD2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DD3E74DC-B623-A692-9892-59114E66FE70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6C27E858-8D71-69E6-6299-5E6FF30DC5CB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D33512A2-43D5-6674-8F9B-19DD733FF7E2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01B087B-2E14-6923-BD0B-55042692F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795174-94AB-AAF6-6D4D-FE282973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FE072AC-3EC0-B7AF-8802-CC5FE25BE6E6}"/>
              </a:ext>
            </a:extLst>
          </p:cNvPr>
          <p:cNvSpPr/>
          <p:nvPr/>
        </p:nvSpPr>
        <p:spPr>
          <a:xfrm>
            <a:off x="687002" y="1250115"/>
            <a:ext cx="10983191" cy="43569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fa-IR" sz="3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87AC6-F995-7BAD-DA8D-591119E6E506}"/>
              </a:ext>
            </a:extLst>
          </p:cNvPr>
          <p:cNvSpPr txBox="1"/>
          <p:nvPr/>
        </p:nvSpPr>
        <p:spPr>
          <a:xfrm>
            <a:off x="-22928" y="197099"/>
            <a:ext cx="10529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پاداش استفاده از سرمایه‌های دنیا در راه نیکوکاری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6CC3695-2BCD-8E7A-7156-764DF69C6E05}"/>
              </a:ext>
            </a:extLst>
          </p:cNvPr>
          <p:cNvSpPr txBox="1"/>
          <p:nvPr/>
        </p:nvSpPr>
        <p:spPr>
          <a:xfrm>
            <a:off x="523009" y="1730446"/>
            <a:ext cx="113111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a-IR" sz="28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لِلَّذِينَ أَحْسَنُوا </a:t>
            </a:r>
            <a:r>
              <a:rPr lang="fa-IR" sz="4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الْحُسْنَى</a:t>
            </a: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وَ</a:t>
            </a:r>
            <a:r>
              <a:rPr lang="fa-IR" sz="4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زِيَادَةٌ</a:t>
            </a: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وَلَا يَرْهَقُ وُجُوهَهُمْ</a:t>
            </a:r>
          </a:p>
          <a:p>
            <a:pPr algn="ctr">
              <a:lnSpc>
                <a:spcPct val="150000"/>
              </a:lnSpc>
            </a:pP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  <a:r>
              <a:rPr lang="fa-IR" sz="4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قَتَرٌ</a:t>
            </a: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وَلَا </a:t>
            </a:r>
            <a:r>
              <a:rPr lang="fa-IR" sz="4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ذِلَّةٌ</a:t>
            </a: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أُولَئِكَ أَصْحَابُ </a:t>
            </a:r>
            <a:r>
              <a:rPr lang="fa-IR" sz="4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الْجَنَّةِ</a:t>
            </a:r>
            <a:r>
              <a:rPr lang="fa-IR" sz="4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هُمْ فِيهَا خَالِدُونَ.</a:t>
            </a:r>
            <a:r>
              <a:rPr lang="fa-IR" sz="5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 </a:t>
            </a:r>
            <a:r>
              <a:rPr lang="fa-IR" sz="2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(سوره یونس آیه 26)</a:t>
            </a:r>
          </a:p>
          <a:p>
            <a:pPr algn="ctr">
              <a:lnSpc>
                <a:spcPct val="150000"/>
              </a:lnSpc>
            </a:pPr>
            <a:endParaRPr lang="fa-IR" sz="24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316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266A-B84B-E7AC-731F-E7B8AA7DF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FE5DF88-DD41-EC40-2D0E-12DC77BBE8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295275" y="307102"/>
            <a:ext cx="12678640" cy="907611"/>
          </a:xfrm>
        </p:spPr>
        <p:txBody>
          <a:bodyPr/>
          <a:lstStyle/>
          <a:p>
            <a:r>
              <a:rPr lang="fa-IR" sz="3600" b="0" dirty="0">
                <a:solidFill>
                  <a:srgbClr val="FFFF00"/>
                </a:solidFill>
                <a:cs typeface="B Titr" panose="00000700000000000000" pitchFamily="2" charset="-78"/>
              </a:rPr>
              <a:t>پاداش کسانی که  سرمایه‌های دنیا را در را ه نیکوکاری هزینه می کنند. 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1A68788-B918-A6D1-1453-F15BE00E4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10446158" y="1714371"/>
            <a:ext cx="1251993" cy="1238584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F381BF7A-46CF-08C3-12DA-A7892A92070E}"/>
              </a:ext>
            </a:extLst>
          </p:cNvPr>
          <p:cNvSpPr/>
          <p:nvPr/>
        </p:nvSpPr>
        <p:spPr>
          <a:xfrm>
            <a:off x="6789879" y="1620043"/>
            <a:ext cx="4086625" cy="15333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2A280DAB-E215-9980-12B4-C56522E2CE27}"/>
              </a:ext>
            </a:extLst>
          </p:cNvPr>
          <p:cNvSpPr txBox="1">
            <a:spLocks/>
          </p:cNvSpPr>
          <p:nvPr/>
        </p:nvSpPr>
        <p:spPr>
          <a:xfrm>
            <a:off x="6789880" y="1332631"/>
            <a:ext cx="4086625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2400" b="1" dirty="0">
                <a:solidFill>
                  <a:srgbClr val="C00000"/>
                </a:solidFill>
                <a:cs typeface="B Titr" panose="00000700000000000000" pitchFamily="2" charset="-78"/>
              </a:rPr>
              <a:t>1-</a:t>
            </a:r>
            <a:r>
              <a:rPr lang="fa-IR" sz="2400" b="1" dirty="0">
                <a:solidFill>
                  <a:srgbClr val="002060"/>
                </a:solidFill>
                <a:cs typeface="B Titr" panose="00000700000000000000" pitchFamily="2" charset="-78"/>
              </a:rPr>
              <a:t> </a:t>
            </a:r>
            <a:r>
              <a:rPr lang="fa-IR" sz="3200" b="1" dirty="0">
                <a:solidFill>
                  <a:srgbClr val="00B050"/>
                </a:solidFill>
                <a:cs typeface="B Titr" panose="00000700000000000000" pitchFamily="2" charset="-78"/>
              </a:rPr>
              <a:t>الحُسْنَی</a:t>
            </a: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 یعنی</a:t>
            </a:r>
          </a:p>
          <a:p>
            <a:pPr algn="r" rtl="1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cs typeface="B Titr" panose="00000700000000000000" pitchFamily="2" charset="-78"/>
              </a:rPr>
              <a:t> بهشت خداوند در انتظار آنها است.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B80BDE-242F-294B-6B96-658570075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10446159" y="5386402"/>
            <a:ext cx="1251993" cy="12385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B3DD6B-7E19-CFF4-BE7A-D35B56EE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4672730" y="5386402"/>
            <a:ext cx="1251993" cy="1238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70DB2E-17BF-EF42-A7A8-428A3013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7720633" y="3618703"/>
            <a:ext cx="1251993" cy="12385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C26616-0A11-552D-C5AC-86AF2FA91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54824">
            <a:off x="4672728" y="1840203"/>
            <a:ext cx="1251993" cy="12385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E615F6A-95CD-504D-8B57-3D4500175529}"/>
              </a:ext>
            </a:extLst>
          </p:cNvPr>
          <p:cNvSpPr/>
          <p:nvPr/>
        </p:nvSpPr>
        <p:spPr>
          <a:xfrm>
            <a:off x="6789881" y="5239027"/>
            <a:ext cx="4086625" cy="15333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AF0583-3AB6-AB50-85E8-5AF4B5298F4C}"/>
              </a:ext>
            </a:extLst>
          </p:cNvPr>
          <p:cNvSpPr/>
          <p:nvPr/>
        </p:nvSpPr>
        <p:spPr>
          <a:xfrm>
            <a:off x="984410" y="5239028"/>
            <a:ext cx="4086625" cy="15333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C64D53-AC2F-2CB1-1389-0644B7CD6DFD}"/>
              </a:ext>
            </a:extLst>
          </p:cNvPr>
          <p:cNvSpPr/>
          <p:nvPr/>
        </p:nvSpPr>
        <p:spPr>
          <a:xfrm>
            <a:off x="4052687" y="3534422"/>
            <a:ext cx="4086625" cy="15333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1- الحُسْنَی یعنی</a:t>
            </a:r>
          </a:p>
          <a:p>
            <a:pPr algn="ctr"/>
            <a:r>
              <a:rPr lang="fa-IR" dirty="0"/>
              <a:t> بهشت خداوند در انتظار آنها است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42CB52-5165-71B7-C328-92128DD05753}"/>
              </a:ext>
            </a:extLst>
          </p:cNvPr>
          <p:cNvSpPr/>
          <p:nvPr/>
        </p:nvSpPr>
        <p:spPr>
          <a:xfrm>
            <a:off x="1088320" y="1650008"/>
            <a:ext cx="4086625" cy="15333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B87D91-796D-4AE6-A26C-9909E5927DE2}"/>
              </a:ext>
            </a:extLst>
          </p:cNvPr>
          <p:cNvSpPr txBox="1">
            <a:spLocks/>
          </p:cNvSpPr>
          <p:nvPr/>
        </p:nvSpPr>
        <p:spPr>
          <a:xfrm>
            <a:off x="3948778" y="3206177"/>
            <a:ext cx="4190534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2400" b="1" dirty="0">
                <a:solidFill>
                  <a:srgbClr val="C00000"/>
                </a:solidFill>
                <a:cs typeface="B Titr" panose="00000700000000000000" pitchFamily="2" charset="-78"/>
              </a:rPr>
              <a:t>3-</a:t>
            </a:r>
            <a:r>
              <a:rPr lang="fa-IR" sz="2400" b="1" dirty="0">
                <a:solidFill>
                  <a:srgbClr val="00B050"/>
                </a:solidFill>
                <a:cs typeface="B Titr" panose="00000700000000000000" pitchFamily="2" charset="-78"/>
              </a:rPr>
              <a:t> </a:t>
            </a:r>
            <a:r>
              <a:rPr lang="fa-IR" sz="3200" b="1" dirty="0">
                <a:solidFill>
                  <a:srgbClr val="00B050"/>
                </a:solidFill>
                <a:cs typeface="B Titr" panose="00000700000000000000" pitchFamily="2" charset="-78"/>
              </a:rPr>
              <a:t>زِیادَةٌ </a:t>
            </a: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یعنی  </a:t>
            </a:r>
            <a:endParaRPr lang="fa-IR" sz="2400" b="1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cs typeface="B Titr" panose="00000700000000000000" pitchFamily="2" charset="-78"/>
              </a:rPr>
              <a:t>دنیای آنها با خیر و خوبی خواهد بود.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9AE3481-2389-29E8-D585-4FD92164F87B}"/>
              </a:ext>
            </a:extLst>
          </p:cNvPr>
          <p:cNvSpPr txBox="1">
            <a:spLocks/>
          </p:cNvSpPr>
          <p:nvPr/>
        </p:nvSpPr>
        <p:spPr>
          <a:xfrm>
            <a:off x="6970505" y="5032087"/>
            <a:ext cx="4086625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2400" b="1" dirty="0">
                <a:solidFill>
                  <a:srgbClr val="C00000"/>
                </a:solidFill>
                <a:cs typeface="B Titr" panose="00000700000000000000" pitchFamily="2" charset="-78"/>
              </a:rPr>
              <a:t>4-</a:t>
            </a:r>
            <a:r>
              <a:rPr lang="fa-IR" sz="2400" b="1" dirty="0">
                <a:solidFill>
                  <a:srgbClr val="00B050"/>
                </a:solidFill>
                <a:cs typeface="B Titr" panose="00000700000000000000" pitchFamily="2" charset="-78"/>
              </a:rPr>
              <a:t> </a:t>
            </a:r>
            <a:r>
              <a:rPr lang="fa-IR" sz="3200" b="1" dirty="0">
                <a:solidFill>
                  <a:srgbClr val="00B050"/>
                </a:solidFill>
                <a:cs typeface="B Titr" panose="00000700000000000000" pitchFamily="2" charset="-78"/>
              </a:rPr>
              <a:t>قَتَرٌ </a:t>
            </a: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یعنی </a:t>
            </a:r>
            <a:endParaRPr lang="fa-IR" sz="2400" b="1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cs typeface="B Titr" panose="00000700000000000000" pitchFamily="2" charset="-78"/>
              </a:rPr>
              <a:t> مبتلا به گرسنگی و فقر نمی شوند.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613C52-3188-1D6D-860A-0DF7DF5ABD65}"/>
              </a:ext>
            </a:extLst>
          </p:cNvPr>
          <p:cNvSpPr txBox="1">
            <a:spLocks/>
          </p:cNvSpPr>
          <p:nvPr/>
        </p:nvSpPr>
        <p:spPr>
          <a:xfrm>
            <a:off x="887272" y="4869088"/>
            <a:ext cx="4276439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2400" b="1" dirty="0">
                <a:solidFill>
                  <a:srgbClr val="C00000"/>
                </a:solidFill>
                <a:cs typeface="B Titr" panose="00000700000000000000" pitchFamily="2" charset="-78"/>
              </a:rPr>
              <a:t>5-</a:t>
            </a:r>
            <a:r>
              <a:rPr lang="fa-IR" sz="2400" b="1" dirty="0">
                <a:solidFill>
                  <a:srgbClr val="002060"/>
                </a:solidFill>
                <a:cs typeface="B Titr" panose="00000700000000000000" pitchFamily="2" charset="-78"/>
              </a:rPr>
              <a:t> </a:t>
            </a:r>
            <a:r>
              <a:rPr lang="fa-IR" sz="3200" b="1" dirty="0">
                <a:solidFill>
                  <a:srgbClr val="00B050"/>
                </a:solidFill>
                <a:cs typeface="B Titr" panose="00000700000000000000" pitchFamily="2" charset="-78"/>
              </a:rPr>
              <a:t>ذِلَّةٌ</a:t>
            </a:r>
            <a:r>
              <a:rPr lang="fa-IR" sz="3200" b="1" dirty="0">
                <a:solidFill>
                  <a:srgbClr val="002060"/>
                </a:solidFill>
                <a:cs typeface="B Titr" panose="00000700000000000000" pitchFamily="2" charset="-78"/>
              </a:rPr>
              <a:t> یعنی </a:t>
            </a:r>
            <a:endParaRPr lang="fa-IR" sz="2400" b="1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cs typeface="B Titr" panose="00000700000000000000" pitchFamily="2" charset="-78"/>
              </a:rPr>
              <a:t> مبتلا به ترس و اضطراب نخواهند شد. 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E114305-90FA-403D-EBD0-B70D9C5B9FB2}"/>
              </a:ext>
            </a:extLst>
          </p:cNvPr>
          <p:cNvSpPr txBox="1">
            <a:spLocks/>
          </p:cNvSpPr>
          <p:nvPr/>
        </p:nvSpPr>
        <p:spPr>
          <a:xfrm>
            <a:off x="1077086" y="1185647"/>
            <a:ext cx="4086625" cy="1491642"/>
          </a:xfrm>
          <a:prstGeom prst="rect">
            <a:avLst/>
          </a:prstGeom>
        </p:spPr>
        <p:txBody>
          <a:bodyPr vert="horz" lIns="100323" tIns="50161" rIns="100323" bIns="50161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10000"/>
              </a:lnSpc>
            </a:pP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Mitra" panose="00000400000000000000" pitchFamily="2" charset="-78"/>
            </a:endParaRPr>
          </a:p>
          <a:p>
            <a:pPr rtl="1">
              <a:lnSpc>
                <a:spcPct val="150000"/>
              </a:lnSpc>
            </a:pPr>
            <a:r>
              <a:rPr lang="fa-IR" sz="2400" b="1" dirty="0">
                <a:solidFill>
                  <a:srgbClr val="C00000"/>
                </a:solidFill>
                <a:cs typeface="B Titr" panose="00000700000000000000" pitchFamily="2" charset="-78"/>
              </a:rPr>
              <a:t>2-</a:t>
            </a:r>
            <a:r>
              <a:rPr lang="fa-IR" sz="2400" b="1" dirty="0">
                <a:solidFill>
                  <a:srgbClr val="002060"/>
                </a:solidFill>
                <a:cs typeface="B Titr" panose="00000700000000000000" pitchFamily="2" charset="-78"/>
              </a:rPr>
              <a:t> سرمایه ای که خداوند در دنیا به آنها داده است در آخرت آن را </a:t>
            </a:r>
            <a:r>
              <a:rPr lang="fa-IR" sz="2400" b="1" dirty="0">
                <a:solidFill>
                  <a:srgbClr val="00B050"/>
                </a:solidFill>
                <a:cs typeface="B Titr" panose="00000700000000000000" pitchFamily="2" charset="-78"/>
              </a:rPr>
              <a:t>محاسبه</a:t>
            </a:r>
            <a:r>
              <a:rPr lang="fa-IR" sz="2400" b="1" dirty="0">
                <a:solidFill>
                  <a:srgbClr val="002060"/>
                </a:solidFill>
                <a:cs typeface="B Titr" panose="00000700000000000000" pitchFamily="2" charset="-78"/>
              </a:rPr>
              <a:t> نمی‌کند.</a:t>
            </a:r>
          </a:p>
        </p:txBody>
      </p:sp>
    </p:spTree>
    <p:extLst>
      <p:ext uri="{BB962C8B-B14F-4D97-AF65-F5344CB8AC3E}">
        <p14:creationId xmlns:p14="http://schemas.microsoft.com/office/powerpoint/2010/main" val="3026861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7" grpId="0"/>
      <p:bldP spid="18" grpId="0"/>
      <p:bldP spid="19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82121-326C-A3E9-698D-5BDCD8A7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10561ED8-EC87-D47E-3740-5BB312CDD05E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58C52E4F-EC5E-D8CA-7C89-C8D6F0090DAA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0567BD98-DF9D-D683-47C1-784D1C10A06A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BA065C4F-7544-ADC5-8C64-5BB28215CF8C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A6E5B1A4-EDE0-58B8-0FBF-598F8D3BBC33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069365DD-06A9-CC6A-0CD3-B90BF19B6176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F1377F2B-E3E3-CA4A-4D16-73AC7CCF476A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2DE9EB0F-60AF-AE2C-EA8A-E9EFCA44AF9E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046CE772-6B81-B54F-C9DB-7D0BC82A6ACA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2040A919-F7C1-4E3B-73A1-95AF26B74B21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C55FDC1C-5208-7748-80CC-ABA89262DAB0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34C145EA-3B43-464D-4DB2-F2BDE44741E4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2D08492F-4D98-2177-52CA-A6CE57828F42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62B72E43-CDA8-FBC7-0A6C-335576119811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0C4E4D2A-7ADF-2F4B-FE3B-4C843FC8BCC2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A1FBD5FD-52EA-B932-AF93-D13976315967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CC6932AA-6C42-AE71-95DD-63AE493AF8B2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BABB44C5-1C12-371B-84B8-61EF0E7A2EBD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84BBDD0A-222D-EB85-F5D1-01D318AB2192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F6719449-0F57-1B63-BBCE-6723D5029708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385F312B-E781-EA86-E7B7-1612D3CD7BE8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2BAA1893-48C1-4883-AEBD-664145CE6C62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1741E1F7-CA40-55F3-69E1-0C54CE05BFA4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1BDEFFA6-73CD-D939-4FE1-8DD9FC7ABAA6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BC125A3D-170F-2AFE-FB02-EF77E50E71E7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54795473-182F-8616-F3F2-619717878E2C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BA4DD3CD-A2C5-D73E-CDA5-26257F24E3F9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582F34F1-CD7D-36A6-3871-BF9B9F0805A4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0943B641-64E0-A3CB-C42D-6BDB6FFD0698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38F3662D-9EF2-A6DE-13B7-2A49739BCDBD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A50B5ACF-F2CF-7CE7-2A71-BD7E2758D375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280A7EFB-C966-EBB1-4ABD-0B8EF59A8B88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BE1E5B9D-35D5-4F66-B837-8190C8674C48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0D63BCDE-DAF8-7DD7-1AC9-3ACD21776809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180140C1-0297-F200-B2DE-FFEEB5848C4A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286F7BF6-8E6A-BA0F-ECCF-23B8D51359C2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E8F5E8CF-C31B-C089-B066-089C0EF5AF5B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47E208B2-B1E4-BA75-7121-513244BED5D8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521065BF-F23A-720A-7FEC-C33CCCF1EE16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4CA08953-D7FC-F5BC-AF23-76E3994C0540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17DF78DF-301A-3100-131E-C620A2A201B5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7A88C09B-2AD5-5049-0FDF-BC1C72813FA3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C449D990-AD65-D60C-9B4A-E7F481AF08AF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749DBE8B-73DA-5A84-2D6C-B0C868A0D12C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2AF0C755-1AFD-18C5-212B-205DC5D7EC83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E43EBF4F-834E-3B65-CF02-DB2542A8C051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524EBDE4-B9D6-7A62-1536-15514458E844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7CCCFF95-F060-2BF8-353E-DF2EB32544BD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59A1CEBF-E87C-535C-3861-644D8B69B731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EE2B09A6-728E-AB56-6572-24B58DE66E3F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9C48482D-6070-05AC-EA8D-08849BFF0F6B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BE5BF587-851F-371B-B5D0-EECBDABBB81B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4DE39661-1B28-53CF-E97A-6B87D6E266BB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768DB6D0-3133-B3FF-1272-E7AE9BDDDAB0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96354BAB-1409-AAD2-DEE5-4AEBA2C8DB02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E0ECDFD2-78C9-AFBC-4F0D-2224C3ADF5F4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449F336D-AF9A-2B91-4DE3-88042F9E366A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DEBAF9D6-6FC9-DC27-D220-6AFE284D169E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8B0FAE54-FE41-C4F4-89C1-D66FB4D2C378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F4E82B80-8444-0B7A-08A7-20C0268F104B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097A3359-A435-DEFD-F485-49B2081FB6C6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D6D81D37-AE6C-8C08-44DA-72CE810606E7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8187AF66-0FD5-5B12-285E-1E8610747FE6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BB974A6C-E1D1-BB66-5DA3-3B34EF7345BB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40D8107D-2E43-69F7-D31F-7E9B0F8FE4F7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3CD4C055-14D0-21C9-0E89-9FC72EEA4B7C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20906D56-867E-31D6-CB27-1D076C3A860E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8FF14E02-ACFC-3FB4-AD00-495E0AE740F8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8DDC2C85-0983-64C9-EDED-00D481B426D0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3D27561E-5E2B-5F4F-A9A3-BC73D400B0FD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6C754F14-F3B4-4F3A-8AAC-2F978AEBB54D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F18383CB-A38E-10F9-B182-F1F08E05CEF6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3C80A7A8-14B1-8DCA-B859-E268DA28B6FC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90555494-0D60-A125-5DF3-E9F457A7F9EC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68ACB97F-4A40-874D-2837-0BEF7796EA35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44168266-4050-DC3F-8124-5CE148EBC169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0D1B8D0B-AA74-7641-EFF6-CA2AEF465C45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A721AF49-92E0-D5CF-E131-F88AEE35AFF7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6085FD57-A889-1E80-ADD3-9881E2EA4E6F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B9CA4D0B-04FB-AC9E-21ED-DEC1912AFE6B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DE81C08C-178D-F69F-B9C5-C0FB5B85234F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40B8050F-53DC-5905-388B-CAB430FD77AC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EC45DE44-AC0B-B7D6-18EC-20F52C9FB576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FC84ABBC-6380-8E28-5394-2BF48584EAFB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E48E7F20-E1BB-ED2C-65FF-B37963D28223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D4EE5983-4702-D1FE-0499-532F9F488EED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21EB7A99-7C7E-893A-D878-C9E5CAE4FB2C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5C121CD5-F45A-F70E-615B-68CD0745ABCD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E8CE8D2B-29D0-2044-AA17-97DF095A4ACA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56619E5B-2919-8BD8-47C8-CC95599AD9E2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368C9E76-354B-D10D-6F2D-4E479A472F71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71E1F301-6A76-6E25-3E18-5EDF15CDEE74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D9EFF257-1E22-4799-D43E-191F98A667F4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765D6330-9019-813E-398C-9B06A760B560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9C2C8667-2076-B396-6A38-BE807E6D9A9B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B643C884-516C-AD77-FC0E-38BEBB45CAD7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1C9B4B6B-67DE-FBBF-77D4-FA538BFCBF41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6CA8D1EF-D2AD-2F1A-F0DC-D56FDC337D25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589AAC16-76DC-12AE-3660-521910DFCD89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5EBCAAF4-7542-D6CB-ABFF-B645576934F6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8DD2AB5C-63AD-11C5-A7E0-EE912ADAD2EC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5FECAC60-E421-0749-F898-519655F28710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D137C396-D06B-5BEB-27C8-A610E3159FFB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7CD981C9-FC63-9C20-BDB2-C0FB2F33E2B5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490078D9-2A43-441D-9062-5AA4EDEDF5B6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D5EBF034-B715-A825-CC8B-E93761F2C454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67F85594-7132-CD68-779E-6BA227BD1EC7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38AE1562-8959-7E79-2BE3-C80ED0B98C04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6E58585A-1050-066C-0292-3E46F7955094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3A744B6F-4D67-5DF1-41CE-6652DB1663F2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6B1AF94D-562A-D1A1-BDEB-82F89D5F70F7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2377EF5B-A22B-0287-D1AE-2EC737BBB7CF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39962BAF-24F5-1354-5433-C6948AB891DF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A57B35CA-B40B-60F5-ACC7-7B1C9B3D908F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95477B4-29C4-8A58-4F93-DA60A67E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3218AA-21F3-5A33-C028-CAA7871BE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FA271C4-0C76-C767-23EA-2C419F5BF648}"/>
              </a:ext>
            </a:extLst>
          </p:cNvPr>
          <p:cNvSpPr/>
          <p:nvPr/>
        </p:nvSpPr>
        <p:spPr>
          <a:xfrm>
            <a:off x="687002" y="1250115"/>
            <a:ext cx="10983191" cy="43569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fa-IR" sz="3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D3471-7401-BC30-83C5-6A4B5F88FD6A}"/>
              </a:ext>
            </a:extLst>
          </p:cNvPr>
          <p:cNvSpPr txBox="1"/>
          <p:nvPr/>
        </p:nvSpPr>
        <p:spPr>
          <a:xfrm>
            <a:off x="1439940" y="240508"/>
            <a:ext cx="10529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چگونگیِ تبدیل سرمایه‌های دنیا به آخرت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FEC13A5-397F-122C-0997-A2E6AA47F42A}"/>
              </a:ext>
            </a:extLst>
          </p:cNvPr>
          <p:cNvSpPr txBox="1"/>
          <p:nvPr/>
        </p:nvSpPr>
        <p:spPr>
          <a:xfrm>
            <a:off x="294673" y="1009949"/>
            <a:ext cx="11602653" cy="4901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a-IR" sz="1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وَالَّذِينَ آمَنُوا وَعَمِلُوا الصَّالِحَاتِ</a:t>
            </a:r>
          </a:p>
          <a:p>
            <a:pPr algn="ctr">
              <a:lnSpc>
                <a:spcPct val="150000"/>
              </a:lnSpc>
            </a:pP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وَآمَنُوا بِمَا نُزِّلَ عَلَى مُحَمَّدٍ</a:t>
            </a:r>
          </a:p>
          <a:p>
            <a:pPr algn="ctr">
              <a:lnSpc>
                <a:spcPct val="150000"/>
              </a:lnSpc>
            </a:pP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وَهُوَ الْحَقُّ مِنْ رَبِّهِمْ كَفَّرَ عَنْهُمْ سَيِّئَاتِهِمْ وَأَصْلَحَ بَالَهُمْ . </a:t>
            </a:r>
          </a:p>
          <a:p>
            <a:pPr algn="ctr">
              <a:lnSpc>
                <a:spcPct val="150000"/>
              </a:lnSpc>
            </a:pPr>
            <a:r>
              <a:rPr lang="fa-IR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( سوره محمد آیه2)</a:t>
            </a:r>
            <a:endParaRPr lang="fa-IR" sz="28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 کسانی که ایمان آورده و </a:t>
            </a:r>
            <a:r>
              <a:rPr lang="fa-IR" sz="28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نیکوکاری</a:t>
            </a: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می کنند </a:t>
            </a:r>
          </a:p>
          <a:p>
            <a:pPr algn="ctr">
              <a:lnSpc>
                <a:spcPct val="150000"/>
              </a:lnSpc>
            </a:pPr>
            <a:r>
              <a:rPr lang="fa-IR" sz="2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باید به آنچه بر محمّد نازل شده معتقد شوند</a:t>
            </a: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که از سوی </a:t>
            </a:r>
            <a:r>
              <a:rPr lang="fa-IR" sz="2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خداوند</a:t>
            </a: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می باشد </a:t>
            </a:r>
            <a:r>
              <a:rPr lang="fa-IR" sz="28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و حق </a:t>
            </a: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است. </a:t>
            </a:r>
          </a:p>
          <a:p>
            <a:pPr algn="ctr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آن موقع است که خداوند </a:t>
            </a:r>
            <a:r>
              <a:rPr lang="fa-IR" sz="24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گناهان تان را محو 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می کند و حال تان را به </a:t>
            </a:r>
            <a:r>
              <a:rPr lang="fa-IR" sz="24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نیکی اصلاح 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می نماید.</a:t>
            </a:r>
          </a:p>
          <a:p>
            <a:pPr algn="ctr">
              <a:lnSpc>
                <a:spcPct val="150000"/>
              </a:lnSpc>
            </a:pPr>
            <a:r>
              <a:rPr lang="fa-IR" sz="2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287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2B9C8-76BD-0E85-C808-ABF84F13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17D88824-EB3D-726B-AE4E-9AC2CC558E95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73CF0717-8F1A-4588-BA29-B9D311723B1C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10BAC790-7EA6-E12B-C46C-E292A93B39F0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EDFCF2DD-2373-FB99-202A-5D8BEB80A044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C02D968E-3C76-437A-5A0A-61768D47DB60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CEC43DA8-D692-7D15-9FFB-78D45783A339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ED377B94-C602-5DC1-91A9-08E288729BE9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A67535B3-14C0-C0F3-AC27-7CD5903230AF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E927ABA2-EEAE-33F6-20C0-8A30F34832E6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E99AFF49-3EB5-4A44-939C-97AF8A90193E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E7870FB7-FF0F-442A-52F9-98EB3DC3D454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1A11F824-848C-341D-9017-DB60854EE091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A5E3C546-639B-1878-6F12-DB73A96AF6EB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C14E80AF-9793-2348-C6BC-C4421BD9CFFC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DB40D361-DE5C-B794-D6FF-D432CC6E4641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0D78BBD2-5490-1973-AE1E-2D0DB89D3F14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3D603192-0481-FBCC-1BED-CAEC2308D840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753E1FAF-A4FC-D3F3-4A13-49C308D14E1B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EA98AE91-BA78-990D-DA70-24DF7531B9D2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E2E20D90-7E41-F5B7-8E52-29C9057661F1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F8E4D343-776B-C70D-C523-CEEB9EE13F0F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4574BD67-44AD-5A93-3764-962CB2DA2B94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29E3BE4E-9535-E8C9-2285-5E144A5ADAE5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696F3D89-80A0-4530-504C-38CAA58F224E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113DE31F-0C6F-8814-1A69-16BEFBDDE2C6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D8210745-316C-2AD9-45D4-B8CEADE80B3F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FB8695AE-9416-B57A-4FEA-3C7D8D8BE521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54B9589D-725B-03F0-1FB4-499FBDF2E7C0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E82445C1-64D1-B964-DABC-247A2E11681B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801130E8-13A7-D446-24E7-776418FF54A9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162FB1CB-6A26-8653-9FA3-0E2A42DB73B1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B29C7401-9BF1-37F8-6B4B-86A87EA4D013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728D7D35-0F1A-A800-DD27-72E9F0904122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D953F41C-869C-1F27-F213-87CEB1F84545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0F871D59-5D69-FB1D-D4FE-9A27DCF17680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662AA066-B9A1-0509-CCBD-76156A7C802C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4FD9A929-3DA4-A777-BA78-7791F2317AD0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3A4A6CD9-3C14-27FC-1175-1B443BFFA336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772A9A9B-3669-E7F9-3790-02BEA3AE3BEE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B15B9B67-81E0-9BD6-62B8-6FBF8DEA5131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83785DBB-250E-12A9-486A-2229B193070F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96BC5C7B-0FC2-0B33-25E1-578CE2FA69DE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A0A91419-923C-0A25-D57D-F9F4476F4DC5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DDB871F4-FCB6-B459-2FAF-4D3D25B50840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14E50C13-3D0F-2063-2E7F-036D688D4D7C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7BB3AF7D-CC61-2673-3FCA-9D4BC3BA52EB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0D92B919-992E-708D-0930-55B58C7A041E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34551AF0-853B-C2C7-F362-E3EC95615EE2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E94CF179-900D-9033-750C-F77EA3C1E363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C86BD340-0762-4882-084A-9B5058D26D9D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1D3DB023-5DCB-C796-234E-D02F68D0893A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E91F6D54-F1F4-09B4-091A-AA8BA07E514C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9A936C3A-1760-7082-055C-B9FC744364B9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91AFA0B5-D3AD-8181-741E-71A182CC661C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D77617A6-4525-FE9D-A256-C0BEF0DB841B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7395DFF8-ECC2-A8F6-03FE-8CA987A14A66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7C67F2D8-8C5B-63F7-36E2-D71585981147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7734A5A6-DAD6-BA8B-2865-1B20D4FC07A0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A45F82C7-7E3E-9E5A-4CB0-B5F9C0A335E1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8F0988B5-BC08-03E8-8233-7CC1D05E8BB5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5638C2AC-AEFC-E942-F0AB-5BA9FD0712F8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4480CF72-0FA8-7C81-4D72-1032F784CC18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6298EE1A-1292-ED01-89B0-74084E28B453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3B46C0BE-DF03-D889-E759-4E99BB3D2C8D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C8B13319-51F2-380D-D742-481804B29D52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EE1C136E-A05C-41A6-A59D-D2924256504B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AB90FC4A-8046-3D52-1FE0-F86E009B49EB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D4C443DB-DD55-2661-DC3B-CA63DDD71317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5A729C1F-EA3D-4123-C943-DE0E819B55F9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4555825A-4B73-D2E1-EE4D-B4C0F20392EB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C9D4C763-9396-B3D6-0795-1D1C5E401BFA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01918357-167C-9195-0C3A-ADED984BC485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76BF3218-298C-3756-BF71-FF29CC2AA8C0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701CF1FC-41A2-F3C3-3F56-2AC4D727BE62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83736C21-E87B-3CC8-02AD-42C4CE1251C8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5D23A3B3-5F9B-08FF-FC27-23E2B2C73D47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26449A68-FF1D-EB90-B44A-268D6FAD277D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94BBC449-44AB-6FBF-F56C-A0AE78C62704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106951A5-88AF-D6EF-FC77-8B4565F05DBB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DC6680E4-0C24-EAEE-83D7-003225E06ED3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DB9BB727-8181-8642-15D6-8DF7E9ECBBB5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B7383A6B-2090-224C-6EE5-8D5E47B10C25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2E31B100-94C6-B49B-54C2-CF41F5B487C7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1C294A32-ABF9-78EC-71E1-6E23A8A01522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6D46CB48-C3FD-47F4-BD40-A81DCFF56682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E2B742ED-FDB7-13EE-FD49-FC8EE1F2E715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85C79C6E-DCAE-02D8-1ED6-E0B7F557847A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2AE03DB1-6451-99E9-EF11-915E90521B9E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A1E672A7-9FB5-BB3D-680E-27680EF5CD46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77A8F629-4EC8-A4C4-5601-73FDF3D0C615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067C8B34-F105-031D-59E8-3E3D710CF29A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77416F00-3425-8985-DDC6-15F5CE8DCBAD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E9A9BCFB-2478-A26E-CFCB-5D5E8B04D856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3470F6D4-6BCC-8235-5BB6-3CA37B23F1F1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C97E03BA-AC11-3572-B98B-0C29D1B7A0AF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2A40E92E-817A-0074-BE43-FCB710131EE4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DF4E3ACF-42BE-9064-A383-9146F8DD178B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949CCF65-1222-3BF4-24EE-C59A461F768D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7C9F9112-4132-1AA1-78D7-30F348FAB46A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A1844E9A-4C7A-4D78-E68E-EAC604DF1017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82C562C9-37AB-66CF-A9C5-77BAF9199C3F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44122A64-9DAA-C386-193D-E923AA921E25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4BB72923-5596-2B1A-3352-36ACB6DDBF35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2BFE7611-C6CF-53C9-F28A-F7A45C571AA2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8206250F-B4B1-04C6-2809-68FF9ADD660B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48A7660D-F13F-0EA3-49A5-EEECACC3DDD0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5C70B7B2-C595-3D4D-FA27-DCB4CC848529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E15472EC-AFBC-CC59-01EF-4D0BCC070ED3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4A428BA7-CDDD-766F-A5DB-C0CB666B1C55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76BB760F-9F60-7187-EC02-7D884B63B3FD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3EC4BD24-A651-EEF5-FD8E-9FE3177E5F69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806FE4E9-5828-7554-2EBD-600280B2A6F5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723F7108-B8EA-0CBF-8BA6-4AE44A753ED3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26D69FB5-6122-CEFB-408D-676E4FA166F2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A99FD3B-D939-A32D-3A01-B5025417B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1C3EBF-8709-ADD3-A425-8798BD829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4D5371-9D7B-4BB4-32B3-95425E2D1278}"/>
              </a:ext>
            </a:extLst>
          </p:cNvPr>
          <p:cNvSpPr/>
          <p:nvPr/>
        </p:nvSpPr>
        <p:spPr>
          <a:xfrm>
            <a:off x="687002" y="1250115"/>
            <a:ext cx="10983191" cy="43569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fa-IR" sz="3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EFCC8-8253-A315-992E-02D1BC7BB2FB}"/>
              </a:ext>
            </a:extLst>
          </p:cNvPr>
          <p:cNvSpPr txBox="1"/>
          <p:nvPr/>
        </p:nvSpPr>
        <p:spPr>
          <a:xfrm>
            <a:off x="1439940" y="240508"/>
            <a:ext cx="10529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چگونگیِ تبدیل سرمایه‌های دنیا به آخرت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73088A7-9666-36D1-CA9B-E1D59147EEC2}"/>
              </a:ext>
            </a:extLst>
          </p:cNvPr>
          <p:cNvSpPr txBox="1"/>
          <p:nvPr/>
        </p:nvSpPr>
        <p:spPr>
          <a:xfrm>
            <a:off x="294673" y="1250115"/>
            <a:ext cx="11602653" cy="467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a-IR" sz="1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fa-IR" sz="3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وَمَا يَنْطِقُ عَنِ الْهَوَى.</a:t>
            </a:r>
          </a:p>
          <a:p>
            <a:pPr algn="ctr">
              <a:lnSpc>
                <a:spcPct val="150000"/>
              </a:lnSpc>
            </a:pPr>
            <a:r>
              <a:rPr lang="fa-IR" sz="3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</a:t>
            </a:r>
            <a:r>
              <a:rPr lang="fa-IR" sz="36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 پیامبر </a:t>
            </a:r>
            <a:r>
              <a:rPr lang="fa-IR" sz="3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از روی </a:t>
            </a:r>
            <a:r>
              <a:rPr lang="fa-IR" sz="36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هوی و هوس </a:t>
            </a:r>
            <a:r>
              <a:rPr lang="fa-IR" sz="3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سخن نمی گوید.   </a:t>
            </a:r>
            <a:r>
              <a:rPr lang="fa-IR" sz="2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(سوره نجم آیه3)</a:t>
            </a:r>
          </a:p>
          <a:p>
            <a:pPr algn="ctr">
              <a:lnSpc>
                <a:spcPct val="150000"/>
              </a:lnSpc>
            </a:pPr>
            <a:r>
              <a:rPr lang="fa-IR" sz="28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    </a:t>
            </a:r>
          </a:p>
          <a:p>
            <a:pPr algn="ctr">
              <a:lnSpc>
                <a:spcPct val="150000"/>
              </a:lnSpc>
            </a:pPr>
            <a:r>
              <a:rPr lang="fa-IR" sz="3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إِنْ هُوَ إِلَّا وَحْيٌ يُوحَى.</a:t>
            </a:r>
          </a:p>
          <a:p>
            <a:pPr algn="ctr">
              <a:lnSpc>
                <a:spcPct val="150000"/>
              </a:lnSpc>
            </a:pPr>
            <a:r>
              <a:rPr lang="fa-IR" sz="3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  </a:t>
            </a:r>
            <a:r>
              <a:rPr lang="fa-IR" sz="36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گفتار پیامبر </a:t>
            </a:r>
            <a:r>
              <a:rPr lang="fa-IR" sz="3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چیزی </a:t>
            </a:r>
            <a:r>
              <a:rPr lang="fa-IR" sz="36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جز وحی </a:t>
            </a:r>
            <a:r>
              <a:rPr lang="fa-IR" sz="3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که به او نازل می شود نیست.  </a:t>
            </a:r>
            <a:r>
              <a:rPr lang="fa-IR" sz="2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(سوره نجم آیه 4)</a:t>
            </a:r>
            <a:r>
              <a:rPr lang="fa-IR" sz="16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     </a:t>
            </a:r>
            <a:endParaRPr lang="fa-IR" sz="28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fa-IR" sz="2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941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19E50-A824-FD1D-F297-D5A3178B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EC87A0DF-FD4F-5101-905B-B77F544800F0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5487FC4A-AEE5-C19A-8332-93377C3FDA57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7D9B5A25-0EC6-66A8-BD60-2E6AE93D0841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C73E3A74-F89E-FDEC-48E7-4A147319C2DF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132A04A1-C42E-75EE-55E2-4F8A222B4F91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EDD679C6-FDA6-4F6E-BED0-00994B05F28A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BFD8DE40-2DA4-FFEF-6CB3-A7D5A4276E0B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FC43397C-A93C-AC62-DFC1-7CDD33AE11D2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01EF9B37-204C-93B0-8131-B51093925403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2685617D-79D2-B5C2-2BC0-13ED2D7EB5DC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83076B49-6E86-75AC-E652-C034D66DF927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EC80EAFF-9548-446C-2C3A-2AA9350127EA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224750FE-DC00-CAB3-D0E5-B501CAF01B1A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F9B22F65-4429-3070-6572-FC8A8722CB12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BD6AC9BF-B6C0-B3BE-197C-517B5376FA4F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A6736631-7B2B-A884-5F9D-10840DD508BA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FD6DA3E5-FAAC-9610-203B-8FFFF92A1BC5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68F63568-76D2-274A-7E6E-414E07CEA9B9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D6988CB6-FB97-C50A-BF1D-43465A718456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FF6FDD8A-031B-9F97-44FF-F668BAF0FDF5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90B760AF-4431-E3E2-2734-5060D50CAB68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7388316A-0CAB-BF7A-3B47-44B7C5E08E9D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B533EB80-23E2-0AC4-595F-57E732B1834F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9F47F1B0-872A-A58A-FDF9-D8FE025F35C7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66CB25CA-A3A1-8737-6350-E11FE14654C3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9CD1FC31-0837-AD7A-922E-F9929DD8FA2E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17A21601-43D0-4C28-BCAB-209A70F8F44E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72ADD338-E1EF-0B29-D3B8-23849C0F0E48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406C3557-3E77-42F9-3D96-23C44462BFC4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ABE6BC47-6B74-6FFD-CA75-9A7E37C1B1C7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1087D7C7-0F10-E7DA-0A53-6EDDA2DBB724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75B20A7B-3FDA-40C7-69AA-6C510B6B7C29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0791A9AA-F0F3-DC07-0762-214D056785FD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A89FD9C5-2B01-6C79-5260-A5B9404F994C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B2C67093-A91B-50CC-DF89-396E0A6C7092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5D535ADD-DCBB-FE3C-01DF-79B07FC7438D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A67FE248-F069-7234-E8C2-5C5C46A65296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0A61513F-9439-1AF7-8116-7C693A0009CC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3F8E880F-F90E-6E21-D8E2-77BA6BBA4B31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6D4AEFD3-2584-27EE-85D4-EC21110EEAAE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509A50C9-D44E-6255-7808-27DF1A2E525C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030A739C-22C7-1D19-682A-A3B6F8472239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AF8076F0-7CED-3F2C-4287-433563143AD1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B8E1DE53-6718-EDEC-72C2-B8E96F4B0F3D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234900EE-D8B0-1477-5D08-A8A9C1C186C9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54CD6BE9-9EFD-DE53-3E85-2B4B7A03B78E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0208CE6B-C90B-33C5-97B8-E4D2BE13407C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012299F9-94A1-8150-56F3-C89DAED1F744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02B3351C-FACB-092C-A6C2-1512525805ED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4A0469AC-52A5-A3FB-7A19-BB751812C07E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BB642D8C-983E-C405-78B6-1D9D9D58844E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9F56362F-F1E6-4CDC-C363-6F4609464582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4BA06236-5543-B132-7679-95A63446CD08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E48A5E5A-1C0E-5AB5-BE36-93BC58AEF531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3C3A8418-CC67-77C5-0286-FAE17515DACB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3A244E62-2DB4-AE0F-CF81-2550CAFCD707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F72FE497-77E7-6352-8E34-AC7E20957FC0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9AA65647-4F46-19C3-C6AF-7897705BF978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AC5760F4-912C-600D-91BF-175159338B03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6584F4F0-4693-07B2-C2F4-411EAFBA11E0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FA3F0604-7DD5-0488-5FAE-7C25460074F2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8D25B281-9E84-BC2E-7D41-E4F3E8491F38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C7FD1C5D-DF3F-2CC7-761A-64C2AAFD8EE0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B0895A08-B866-88EC-BE49-0B888E0717AB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8A6EA8B9-E36F-7B65-1636-6B16E3B8A7BC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3E23277A-A262-6E85-30C9-83C68F19F248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EF46F0C9-CC00-B3BF-049C-101F9398E49C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45F26E37-27C6-1D41-F68A-DE1DA0B7EAF1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E33C0126-1537-664D-1AD3-DF0B2C9CF1B1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96A395FF-3665-EBED-73E0-B8AF8C4C6C50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6CE9EB2F-B841-C2F0-4938-CC2C28522D17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4CD9E212-99A4-A9A6-AAB3-03BBB7A9C1A3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EE15658C-84FB-4B17-7687-A4A3E194A74B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BAF76421-2302-2CE8-348B-66B7F4A45A3E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DC8BC58D-2280-9EF7-E6BB-C7D886E77D8E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6BB52C7D-0F19-D570-164D-3849D0CA0044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399526C6-E404-18DD-9188-85FB9DBC128F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BC279A19-1130-0F6E-FF16-15F7A6E7C9A3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6B6BD018-1E24-3F1E-FA4E-78C6C5E308E8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63808FF4-BEC6-09CF-1B22-556C12E9EC22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ED0982AC-0118-03D4-EEEC-ED6B52E082E3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C54DBFC9-2995-78DD-2C33-F786C083AF1F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36F67643-C499-3672-3D6F-3E6F1D3C4DE4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AF35237F-4469-F36C-93AF-D008CBD58A00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5192C2B8-7689-1411-E1B6-99328AF7BF51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5B584DCE-6B73-C785-69A4-B35710542B54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D922168B-F016-311F-A6EC-1FBE7A497976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BEB578C3-938B-D189-66DB-1ECD365498ED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7F80783B-64B9-4325-13FC-C8DAD37DBCAD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014C8727-0B39-28B2-7FE4-728496035D21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F6E5A64D-B82C-2B98-4190-F77BC4C8C4C5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4D7582BD-993C-01DA-FF4F-2F3C4F48BDE6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0870A566-FD07-B924-8ADF-E6046F6D40FE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C2D8EE3F-AE35-4851-07CE-A2DB37B8B5BB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E09E835B-93DF-A6EB-FB89-DF3BF6E27056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6FA84169-3A10-A50E-6078-F02245D5FAB6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A1DC14B2-AE6F-AED3-5112-E33F4F70B30F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92BEAE62-4C85-B927-4D1A-980741445DDE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8C7F70BC-1B50-DE25-CB06-A43B549453A0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61987020-D122-5BC1-60A3-4A840DFB648F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0186B6E2-B97F-250B-1E5B-5D1F36631F6E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FE89F1F6-3B9C-D9DB-0B3A-178563D464D9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A7E75DE3-0154-2268-6CFB-12CB4718E50B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37B21E9A-C6BC-E1D0-12BC-A8BCFAAD4B9A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61B0C827-51EF-4918-8608-AB86E9DE5B7E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152AB9E8-F918-02CB-F5C7-18BF8EED856B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A9EA2F9A-E3E7-6CED-2B36-0368C8215DE0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4D971649-FD65-F662-9B35-9574022D6AD6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C1BB9B22-1024-7505-488B-B02ED14F2EE0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18E79832-8012-A32D-5F63-1E929167D733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A098D5AC-0A9D-D608-1931-4EA84D62F1BD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7D969FB7-0B2D-0B99-8541-BD89AF1FC694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EE0E3F64-CBC8-1EDC-125A-1B0522211655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1FA01D15-5BC2-D479-4733-3D2F42418F07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85DBE66-9DFD-E78A-49E3-297B5E41E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ECEAAA-C2F5-AA33-2A95-BE452F5F9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7E01EED-6774-CC14-3697-FC24A71EF929}"/>
              </a:ext>
            </a:extLst>
          </p:cNvPr>
          <p:cNvSpPr/>
          <p:nvPr/>
        </p:nvSpPr>
        <p:spPr>
          <a:xfrm>
            <a:off x="685800" y="1250889"/>
            <a:ext cx="10983191" cy="43569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fa-IR" sz="3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91EA4-F5AF-1289-B0D5-E41D2DD38F04}"/>
              </a:ext>
            </a:extLst>
          </p:cNvPr>
          <p:cNvSpPr txBox="1"/>
          <p:nvPr/>
        </p:nvSpPr>
        <p:spPr>
          <a:xfrm>
            <a:off x="0" y="249091"/>
            <a:ext cx="10529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سرمایه، از بیانِ پیامبر اکرم حضرت محمد </a:t>
            </a:r>
            <a:r>
              <a:rPr lang="fa-IR" sz="20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صَلَّی اللّه عَلیهِ وَ آلِه</a:t>
            </a:r>
            <a:endParaRPr lang="fa-IR" sz="4400" b="1" dirty="0">
              <a:solidFill>
                <a:srgbClr val="FFFF0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CC5090B-C577-1159-E3E4-0324029A9F06}"/>
              </a:ext>
            </a:extLst>
          </p:cNvPr>
          <p:cNvSpPr txBox="1"/>
          <p:nvPr/>
        </p:nvSpPr>
        <p:spPr>
          <a:xfrm>
            <a:off x="4428045" y="1372053"/>
            <a:ext cx="7763955" cy="3497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sz="4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فاطِمَةُ بَضْعَةٌ مِنِّي </a:t>
            </a:r>
          </a:p>
          <a:p>
            <a:pPr algn="ctr">
              <a:lnSpc>
                <a:spcPct val="150000"/>
              </a:lnSpc>
            </a:pPr>
            <a:r>
              <a:rPr lang="fa-IR" sz="54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فاطِمه </a:t>
            </a:r>
            <a:r>
              <a:rPr lang="fa-IR" sz="32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سَلامُ اللّه عَلیها </a:t>
            </a:r>
            <a:endParaRPr lang="fa-IR" sz="3600" b="1" dirty="0">
              <a:solidFill>
                <a:srgbClr val="00B05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fa-IR" sz="5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پارهِ تنِ من </a:t>
            </a:r>
            <a:r>
              <a:rPr lang="fa-IR" sz="5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است.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5F3FB31-E129-AE46-726F-9D429642C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3" t="4621" r="15845" b="10326"/>
          <a:stretch>
            <a:fillRect/>
          </a:stretch>
        </p:blipFill>
        <p:spPr>
          <a:xfrm>
            <a:off x="888654" y="1758003"/>
            <a:ext cx="4592917" cy="33419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907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6482-23B0-0739-D425-4CA06A44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6754CC-FFA5-20E7-DA2F-EC68DD7455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51"/>
          <a:stretch/>
        </p:blipFill>
        <p:spPr>
          <a:xfrm>
            <a:off x="4218709" y="10391"/>
            <a:ext cx="2986562" cy="27167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F75919-1A5F-2FB6-BB0A-8C3C555EAF02}"/>
              </a:ext>
            </a:extLst>
          </p:cNvPr>
          <p:cNvSpPr/>
          <p:nvPr/>
        </p:nvSpPr>
        <p:spPr>
          <a:xfrm flipH="1">
            <a:off x="0" y="2836718"/>
            <a:ext cx="12192000" cy="4021282"/>
          </a:xfrm>
          <a:prstGeom prst="rect">
            <a:avLst/>
          </a:prstGeom>
          <a:solidFill>
            <a:srgbClr val="079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grpSp>
        <p:nvGrpSpPr>
          <p:cNvPr id="8" name="Google Shape;339;p9">
            <a:extLst>
              <a:ext uri="{FF2B5EF4-FFF2-40B4-BE49-F238E27FC236}">
                <a16:creationId xmlns:a16="http://schemas.microsoft.com/office/drawing/2014/main" id="{FC66E983-3E5B-F25A-0382-0EDFF7A4C375}"/>
              </a:ext>
            </a:extLst>
          </p:cNvPr>
          <p:cNvGrpSpPr/>
          <p:nvPr/>
        </p:nvGrpSpPr>
        <p:grpSpPr>
          <a:xfrm flipH="1">
            <a:off x="8097003" y="3315499"/>
            <a:ext cx="4049474" cy="3614637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9" name="Google Shape;340;p9">
              <a:extLst>
                <a:ext uri="{FF2B5EF4-FFF2-40B4-BE49-F238E27FC236}">
                  <a16:creationId xmlns:a16="http://schemas.microsoft.com/office/drawing/2014/main" id="{15D6786E-BFD0-DA55-BF2A-13F8B773A460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1;p9">
              <a:extLst>
                <a:ext uri="{FF2B5EF4-FFF2-40B4-BE49-F238E27FC236}">
                  <a16:creationId xmlns:a16="http://schemas.microsoft.com/office/drawing/2014/main" id="{03960D0B-3778-A833-788D-6B1DB35D0961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342;p9">
              <a:extLst>
                <a:ext uri="{FF2B5EF4-FFF2-40B4-BE49-F238E27FC236}">
                  <a16:creationId xmlns:a16="http://schemas.microsoft.com/office/drawing/2014/main" id="{A7E1FA62-B10A-4524-AD79-9BD46FA1A65D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3;p9">
              <a:extLst>
                <a:ext uri="{FF2B5EF4-FFF2-40B4-BE49-F238E27FC236}">
                  <a16:creationId xmlns:a16="http://schemas.microsoft.com/office/drawing/2014/main" id="{999A0924-83FE-A9B5-1316-2F650867BC3E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4;p9">
              <a:extLst>
                <a:ext uri="{FF2B5EF4-FFF2-40B4-BE49-F238E27FC236}">
                  <a16:creationId xmlns:a16="http://schemas.microsoft.com/office/drawing/2014/main" id="{767096B0-4B8F-E6AE-AF40-D24623D06BE9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5;p9">
              <a:extLst>
                <a:ext uri="{FF2B5EF4-FFF2-40B4-BE49-F238E27FC236}">
                  <a16:creationId xmlns:a16="http://schemas.microsoft.com/office/drawing/2014/main" id="{A2A60158-387C-D441-A447-28EC4C237AF6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6;p9">
              <a:extLst>
                <a:ext uri="{FF2B5EF4-FFF2-40B4-BE49-F238E27FC236}">
                  <a16:creationId xmlns:a16="http://schemas.microsoft.com/office/drawing/2014/main" id="{5965072D-F0B2-C9F7-5A25-B43E93E9BAB5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7;p9">
              <a:extLst>
                <a:ext uri="{FF2B5EF4-FFF2-40B4-BE49-F238E27FC236}">
                  <a16:creationId xmlns:a16="http://schemas.microsoft.com/office/drawing/2014/main" id="{A77620A6-9450-5EF4-EF6B-92FBBD7EEA21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8;p9">
              <a:extLst>
                <a:ext uri="{FF2B5EF4-FFF2-40B4-BE49-F238E27FC236}">
                  <a16:creationId xmlns:a16="http://schemas.microsoft.com/office/drawing/2014/main" id="{AF5560BA-A4BC-E28D-0282-8E653CC7BBC3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49;p9">
              <a:extLst>
                <a:ext uri="{FF2B5EF4-FFF2-40B4-BE49-F238E27FC236}">
                  <a16:creationId xmlns:a16="http://schemas.microsoft.com/office/drawing/2014/main" id="{45F03F94-BE5A-8355-F83C-AB70C8933106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0;p9">
              <a:extLst>
                <a:ext uri="{FF2B5EF4-FFF2-40B4-BE49-F238E27FC236}">
                  <a16:creationId xmlns:a16="http://schemas.microsoft.com/office/drawing/2014/main" id="{5324A60F-8D00-CC37-2BD3-68C413152271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1;p9">
              <a:extLst>
                <a:ext uri="{FF2B5EF4-FFF2-40B4-BE49-F238E27FC236}">
                  <a16:creationId xmlns:a16="http://schemas.microsoft.com/office/drawing/2014/main" id="{F2503642-90F5-D6D0-052F-4F76F8D03E21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2;p9">
              <a:extLst>
                <a:ext uri="{FF2B5EF4-FFF2-40B4-BE49-F238E27FC236}">
                  <a16:creationId xmlns:a16="http://schemas.microsoft.com/office/drawing/2014/main" id="{3E8AC789-4B77-3B6E-2071-9DD773C72F16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3;p9">
              <a:extLst>
                <a:ext uri="{FF2B5EF4-FFF2-40B4-BE49-F238E27FC236}">
                  <a16:creationId xmlns:a16="http://schemas.microsoft.com/office/drawing/2014/main" id="{DCF934C9-DC7E-D960-1A37-D5BA65BFC6B8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4;p9">
              <a:extLst>
                <a:ext uri="{FF2B5EF4-FFF2-40B4-BE49-F238E27FC236}">
                  <a16:creationId xmlns:a16="http://schemas.microsoft.com/office/drawing/2014/main" id="{815535F4-5524-F6B1-CF85-B8129BDC7A3D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5;p9">
              <a:extLst>
                <a:ext uri="{FF2B5EF4-FFF2-40B4-BE49-F238E27FC236}">
                  <a16:creationId xmlns:a16="http://schemas.microsoft.com/office/drawing/2014/main" id="{E3C02D28-739A-290F-FA97-E2A298663E81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6;p9">
              <a:extLst>
                <a:ext uri="{FF2B5EF4-FFF2-40B4-BE49-F238E27FC236}">
                  <a16:creationId xmlns:a16="http://schemas.microsoft.com/office/drawing/2014/main" id="{399330C2-7AFE-BAA6-9C64-03A0F72C092E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7;p9">
              <a:extLst>
                <a:ext uri="{FF2B5EF4-FFF2-40B4-BE49-F238E27FC236}">
                  <a16:creationId xmlns:a16="http://schemas.microsoft.com/office/drawing/2014/main" id="{B0C5FE0D-DFEA-714B-52AE-067DFB55F047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8;p9">
              <a:extLst>
                <a:ext uri="{FF2B5EF4-FFF2-40B4-BE49-F238E27FC236}">
                  <a16:creationId xmlns:a16="http://schemas.microsoft.com/office/drawing/2014/main" id="{8C316C6D-A2BA-E0D0-BC0C-60A8B3F8A884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59;p9">
              <a:extLst>
                <a:ext uri="{FF2B5EF4-FFF2-40B4-BE49-F238E27FC236}">
                  <a16:creationId xmlns:a16="http://schemas.microsoft.com/office/drawing/2014/main" id="{532D9265-E018-8693-5947-C1BC58C35F22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0;p9">
              <a:extLst>
                <a:ext uri="{FF2B5EF4-FFF2-40B4-BE49-F238E27FC236}">
                  <a16:creationId xmlns:a16="http://schemas.microsoft.com/office/drawing/2014/main" id="{A46CF309-2445-24F8-A38A-B4A13420DE6C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1;p9">
              <a:extLst>
                <a:ext uri="{FF2B5EF4-FFF2-40B4-BE49-F238E27FC236}">
                  <a16:creationId xmlns:a16="http://schemas.microsoft.com/office/drawing/2014/main" id="{BCEC67DB-F465-4C97-29BF-50C30F28C2FD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2;p9">
              <a:extLst>
                <a:ext uri="{FF2B5EF4-FFF2-40B4-BE49-F238E27FC236}">
                  <a16:creationId xmlns:a16="http://schemas.microsoft.com/office/drawing/2014/main" id="{20EB929F-19CF-98B2-E8A3-7B87CCB8F959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3;p9">
              <a:extLst>
                <a:ext uri="{FF2B5EF4-FFF2-40B4-BE49-F238E27FC236}">
                  <a16:creationId xmlns:a16="http://schemas.microsoft.com/office/drawing/2014/main" id="{7AA9EC23-CB6A-32FA-01C2-9BBF7B7CFFF0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4;p9">
              <a:extLst>
                <a:ext uri="{FF2B5EF4-FFF2-40B4-BE49-F238E27FC236}">
                  <a16:creationId xmlns:a16="http://schemas.microsoft.com/office/drawing/2014/main" id="{56457AC9-C66A-02FA-D66A-6CF77E012335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5;p9">
              <a:extLst>
                <a:ext uri="{FF2B5EF4-FFF2-40B4-BE49-F238E27FC236}">
                  <a16:creationId xmlns:a16="http://schemas.microsoft.com/office/drawing/2014/main" id="{4566416C-E346-2BD9-7AF5-563FEEC4C539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6;p9">
              <a:extLst>
                <a:ext uri="{FF2B5EF4-FFF2-40B4-BE49-F238E27FC236}">
                  <a16:creationId xmlns:a16="http://schemas.microsoft.com/office/drawing/2014/main" id="{554A8202-9F7A-D3F8-1A03-AC8CC9BDEC63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7;p9">
              <a:extLst>
                <a:ext uri="{FF2B5EF4-FFF2-40B4-BE49-F238E27FC236}">
                  <a16:creationId xmlns:a16="http://schemas.microsoft.com/office/drawing/2014/main" id="{BE82B105-7F54-C2E7-FD7F-887B063E6D31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8;p9">
              <a:extLst>
                <a:ext uri="{FF2B5EF4-FFF2-40B4-BE49-F238E27FC236}">
                  <a16:creationId xmlns:a16="http://schemas.microsoft.com/office/drawing/2014/main" id="{BE91108C-D89C-481F-96CA-4F2083A5E0B2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69;p9">
              <a:extLst>
                <a:ext uri="{FF2B5EF4-FFF2-40B4-BE49-F238E27FC236}">
                  <a16:creationId xmlns:a16="http://schemas.microsoft.com/office/drawing/2014/main" id="{9AF72D13-D8C4-7CA2-2521-2FB1DB984330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0;p9">
              <a:extLst>
                <a:ext uri="{FF2B5EF4-FFF2-40B4-BE49-F238E27FC236}">
                  <a16:creationId xmlns:a16="http://schemas.microsoft.com/office/drawing/2014/main" id="{926072F0-E74B-3C76-EB98-133ACD600B2A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1;p9">
              <a:extLst>
                <a:ext uri="{FF2B5EF4-FFF2-40B4-BE49-F238E27FC236}">
                  <a16:creationId xmlns:a16="http://schemas.microsoft.com/office/drawing/2014/main" id="{BB9C795E-F03E-E1EF-B3A7-C060C8168BC8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2;p9">
              <a:extLst>
                <a:ext uri="{FF2B5EF4-FFF2-40B4-BE49-F238E27FC236}">
                  <a16:creationId xmlns:a16="http://schemas.microsoft.com/office/drawing/2014/main" id="{A213BE63-C673-67E0-1E2A-DD4B8C50FFED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3;p9">
              <a:extLst>
                <a:ext uri="{FF2B5EF4-FFF2-40B4-BE49-F238E27FC236}">
                  <a16:creationId xmlns:a16="http://schemas.microsoft.com/office/drawing/2014/main" id="{5F34F7C8-977C-FEC4-1CE3-B89506A65ADF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4;p9">
              <a:extLst>
                <a:ext uri="{FF2B5EF4-FFF2-40B4-BE49-F238E27FC236}">
                  <a16:creationId xmlns:a16="http://schemas.microsoft.com/office/drawing/2014/main" id="{82ED2B49-BF6E-B898-4999-D440BE622D05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5;p9">
              <a:extLst>
                <a:ext uri="{FF2B5EF4-FFF2-40B4-BE49-F238E27FC236}">
                  <a16:creationId xmlns:a16="http://schemas.microsoft.com/office/drawing/2014/main" id="{071FEB4A-CAAF-A80C-CD5D-8F4E4A2163A1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6;p9">
              <a:extLst>
                <a:ext uri="{FF2B5EF4-FFF2-40B4-BE49-F238E27FC236}">
                  <a16:creationId xmlns:a16="http://schemas.microsoft.com/office/drawing/2014/main" id="{7EC8520F-CF00-E898-7BF5-3EE0D0414FD4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7;p9">
              <a:extLst>
                <a:ext uri="{FF2B5EF4-FFF2-40B4-BE49-F238E27FC236}">
                  <a16:creationId xmlns:a16="http://schemas.microsoft.com/office/drawing/2014/main" id="{9DD8BBAA-5B9E-C2E8-33A0-89F609339256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8;p9">
              <a:extLst>
                <a:ext uri="{FF2B5EF4-FFF2-40B4-BE49-F238E27FC236}">
                  <a16:creationId xmlns:a16="http://schemas.microsoft.com/office/drawing/2014/main" id="{CE15A376-E02E-F717-D94B-A84222F7B97D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79;p9">
              <a:extLst>
                <a:ext uri="{FF2B5EF4-FFF2-40B4-BE49-F238E27FC236}">
                  <a16:creationId xmlns:a16="http://schemas.microsoft.com/office/drawing/2014/main" id="{9127FD6C-CFB7-9263-CB3D-302AA2A5DEDF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0;p9">
              <a:extLst>
                <a:ext uri="{FF2B5EF4-FFF2-40B4-BE49-F238E27FC236}">
                  <a16:creationId xmlns:a16="http://schemas.microsoft.com/office/drawing/2014/main" id="{7A4CE5DB-3B69-586E-CCD2-8EB891DAB5A0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1;p9">
              <a:extLst>
                <a:ext uri="{FF2B5EF4-FFF2-40B4-BE49-F238E27FC236}">
                  <a16:creationId xmlns:a16="http://schemas.microsoft.com/office/drawing/2014/main" id="{D4262F0F-A3DF-4368-2F43-FF09AF856818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2;p9">
              <a:extLst>
                <a:ext uri="{FF2B5EF4-FFF2-40B4-BE49-F238E27FC236}">
                  <a16:creationId xmlns:a16="http://schemas.microsoft.com/office/drawing/2014/main" id="{6A06FD4D-000D-89A8-1E59-B2E3E1B0F560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3;p9">
              <a:extLst>
                <a:ext uri="{FF2B5EF4-FFF2-40B4-BE49-F238E27FC236}">
                  <a16:creationId xmlns:a16="http://schemas.microsoft.com/office/drawing/2014/main" id="{548A2D28-A82F-C92B-E46A-68A887B04E92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4;p9">
              <a:extLst>
                <a:ext uri="{FF2B5EF4-FFF2-40B4-BE49-F238E27FC236}">
                  <a16:creationId xmlns:a16="http://schemas.microsoft.com/office/drawing/2014/main" id="{012BA2F2-1018-EF12-F932-1A64A3CB78F2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5;p9">
              <a:extLst>
                <a:ext uri="{FF2B5EF4-FFF2-40B4-BE49-F238E27FC236}">
                  <a16:creationId xmlns:a16="http://schemas.microsoft.com/office/drawing/2014/main" id="{6332C61E-A75E-62E3-461D-D72856C2DBFA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6;p9">
              <a:extLst>
                <a:ext uri="{FF2B5EF4-FFF2-40B4-BE49-F238E27FC236}">
                  <a16:creationId xmlns:a16="http://schemas.microsoft.com/office/drawing/2014/main" id="{8E4E0FD0-8F59-9AEE-4B3F-645AF6E56B3F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7;p9">
              <a:extLst>
                <a:ext uri="{FF2B5EF4-FFF2-40B4-BE49-F238E27FC236}">
                  <a16:creationId xmlns:a16="http://schemas.microsoft.com/office/drawing/2014/main" id="{1A25337C-C2A1-7EB0-4B35-C7F5371D05B1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8;p9">
              <a:extLst>
                <a:ext uri="{FF2B5EF4-FFF2-40B4-BE49-F238E27FC236}">
                  <a16:creationId xmlns:a16="http://schemas.microsoft.com/office/drawing/2014/main" id="{1A112AAF-8082-E5A3-281D-6E617ECF9D5C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89;p9">
              <a:extLst>
                <a:ext uri="{FF2B5EF4-FFF2-40B4-BE49-F238E27FC236}">
                  <a16:creationId xmlns:a16="http://schemas.microsoft.com/office/drawing/2014/main" id="{6D1FD6BE-960C-7B68-02D6-08FC67B627D9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0;p9">
              <a:extLst>
                <a:ext uri="{FF2B5EF4-FFF2-40B4-BE49-F238E27FC236}">
                  <a16:creationId xmlns:a16="http://schemas.microsoft.com/office/drawing/2014/main" id="{C88BCAC1-5633-2200-A329-851C01F89BE2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1;p9">
              <a:extLst>
                <a:ext uri="{FF2B5EF4-FFF2-40B4-BE49-F238E27FC236}">
                  <a16:creationId xmlns:a16="http://schemas.microsoft.com/office/drawing/2014/main" id="{0C9BF720-FA76-1F61-1740-9362BE67DE79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2;p9">
              <a:extLst>
                <a:ext uri="{FF2B5EF4-FFF2-40B4-BE49-F238E27FC236}">
                  <a16:creationId xmlns:a16="http://schemas.microsoft.com/office/drawing/2014/main" id="{EC9D69E3-0EF1-B993-843C-7A84533035EF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3;p9">
              <a:extLst>
                <a:ext uri="{FF2B5EF4-FFF2-40B4-BE49-F238E27FC236}">
                  <a16:creationId xmlns:a16="http://schemas.microsoft.com/office/drawing/2014/main" id="{5D2CE778-379A-B756-EB60-2DDB73EBC9CC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4;p9">
              <a:extLst>
                <a:ext uri="{FF2B5EF4-FFF2-40B4-BE49-F238E27FC236}">
                  <a16:creationId xmlns:a16="http://schemas.microsoft.com/office/drawing/2014/main" id="{8FA60E16-255C-0315-010C-1459324B7844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395;p9">
              <a:extLst>
                <a:ext uri="{FF2B5EF4-FFF2-40B4-BE49-F238E27FC236}">
                  <a16:creationId xmlns:a16="http://schemas.microsoft.com/office/drawing/2014/main" id="{B4E468D0-5965-4EEB-E2CA-6E5FA616AAF7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" name="Google Shape;339;p9">
            <a:extLst>
              <a:ext uri="{FF2B5EF4-FFF2-40B4-BE49-F238E27FC236}">
                <a16:creationId xmlns:a16="http://schemas.microsoft.com/office/drawing/2014/main" id="{BD80E0E7-DC6C-39BE-1094-4434ED5F59F6}"/>
              </a:ext>
            </a:extLst>
          </p:cNvPr>
          <p:cNvGrpSpPr/>
          <p:nvPr/>
        </p:nvGrpSpPr>
        <p:grpSpPr>
          <a:xfrm flipV="1">
            <a:off x="126694" y="2387690"/>
            <a:ext cx="4361377" cy="3893047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6" name="Google Shape;340;p9">
              <a:extLst>
                <a:ext uri="{FF2B5EF4-FFF2-40B4-BE49-F238E27FC236}">
                  <a16:creationId xmlns:a16="http://schemas.microsoft.com/office/drawing/2014/main" id="{A26C9097-3BA4-0FE9-AA96-58B6A28624F0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1;p9">
              <a:extLst>
                <a:ext uri="{FF2B5EF4-FFF2-40B4-BE49-F238E27FC236}">
                  <a16:creationId xmlns:a16="http://schemas.microsoft.com/office/drawing/2014/main" id="{2EB97E12-81AB-F021-8AD6-737D7149D45A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2;p9">
              <a:extLst>
                <a:ext uri="{FF2B5EF4-FFF2-40B4-BE49-F238E27FC236}">
                  <a16:creationId xmlns:a16="http://schemas.microsoft.com/office/drawing/2014/main" id="{FA2158E1-CB56-4707-670B-DBBB662B2D0A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3;p9">
              <a:extLst>
                <a:ext uri="{FF2B5EF4-FFF2-40B4-BE49-F238E27FC236}">
                  <a16:creationId xmlns:a16="http://schemas.microsoft.com/office/drawing/2014/main" id="{3EFE5DB6-7F73-923D-5948-C428B9937B88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4;p9">
              <a:extLst>
                <a:ext uri="{FF2B5EF4-FFF2-40B4-BE49-F238E27FC236}">
                  <a16:creationId xmlns:a16="http://schemas.microsoft.com/office/drawing/2014/main" id="{3CE1950A-C156-1BC8-7755-42F2C146A7DE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5;p9">
              <a:extLst>
                <a:ext uri="{FF2B5EF4-FFF2-40B4-BE49-F238E27FC236}">
                  <a16:creationId xmlns:a16="http://schemas.microsoft.com/office/drawing/2014/main" id="{7252ACBE-609E-2870-975A-69FA4E057DF7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6;p9">
              <a:extLst>
                <a:ext uri="{FF2B5EF4-FFF2-40B4-BE49-F238E27FC236}">
                  <a16:creationId xmlns:a16="http://schemas.microsoft.com/office/drawing/2014/main" id="{7856A93C-0110-8B34-7E15-DEC5085F1736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7;p9">
              <a:extLst>
                <a:ext uri="{FF2B5EF4-FFF2-40B4-BE49-F238E27FC236}">
                  <a16:creationId xmlns:a16="http://schemas.microsoft.com/office/drawing/2014/main" id="{E80F37D0-B590-2B0B-B774-87B46F502176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8;p9">
              <a:extLst>
                <a:ext uri="{FF2B5EF4-FFF2-40B4-BE49-F238E27FC236}">
                  <a16:creationId xmlns:a16="http://schemas.microsoft.com/office/drawing/2014/main" id="{8F2EBCA8-A160-154D-5CBD-2854ABF7EBBF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49;p9">
              <a:extLst>
                <a:ext uri="{FF2B5EF4-FFF2-40B4-BE49-F238E27FC236}">
                  <a16:creationId xmlns:a16="http://schemas.microsoft.com/office/drawing/2014/main" id="{EEE6B100-B876-7F11-2EDE-AE419AB06A08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0;p9">
              <a:extLst>
                <a:ext uri="{FF2B5EF4-FFF2-40B4-BE49-F238E27FC236}">
                  <a16:creationId xmlns:a16="http://schemas.microsoft.com/office/drawing/2014/main" id="{45BC8C8B-F08C-FA78-87EF-7AD24CA9CA3E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1;p9">
              <a:extLst>
                <a:ext uri="{FF2B5EF4-FFF2-40B4-BE49-F238E27FC236}">
                  <a16:creationId xmlns:a16="http://schemas.microsoft.com/office/drawing/2014/main" id="{D03F628F-A261-F223-22BF-837442512087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2;p9">
              <a:extLst>
                <a:ext uri="{FF2B5EF4-FFF2-40B4-BE49-F238E27FC236}">
                  <a16:creationId xmlns:a16="http://schemas.microsoft.com/office/drawing/2014/main" id="{5EFEE539-22E7-E237-D2E0-E98EA36925AA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3;p9">
              <a:extLst>
                <a:ext uri="{FF2B5EF4-FFF2-40B4-BE49-F238E27FC236}">
                  <a16:creationId xmlns:a16="http://schemas.microsoft.com/office/drawing/2014/main" id="{6332A5F9-F85E-669B-B63E-2C699C4CC579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4;p9">
              <a:extLst>
                <a:ext uri="{FF2B5EF4-FFF2-40B4-BE49-F238E27FC236}">
                  <a16:creationId xmlns:a16="http://schemas.microsoft.com/office/drawing/2014/main" id="{BBBF941F-8210-2130-F3B0-911C7E2DF1DF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5;p9">
              <a:extLst>
                <a:ext uri="{FF2B5EF4-FFF2-40B4-BE49-F238E27FC236}">
                  <a16:creationId xmlns:a16="http://schemas.microsoft.com/office/drawing/2014/main" id="{EFCD26E2-2C06-749E-05E9-430CA74A2D04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6;p9">
              <a:extLst>
                <a:ext uri="{FF2B5EF4-FFF2-40B4-BE49-F238E27FC236}">
                  <a16:creationId xmlns:a16="http://schemas.microsoft.com/office/drawing/2014/main" id="{08E523FB-CFBB-2BE3-F085-F9E4C4386B55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7;p9">
              <a:extLst>
                <a:ext uri="{FF2B5EF4-FFF2-40B4-BE49-F238E27FC236}">
                  <a16:creationId xmlns:a16="http://schemas.microsoft.com/office/drawing/2014/main" id="{B62FD00A-C8D9-4DAE-D752-AF2EE55D6113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8;p9">
              <a:extLst>
                <a:ext uri="{FF2B5EF4-FFF2-40B4-BE49-F238E27FC236}">
                  <a16:creationId xmlns:a16="http://schemas.microsoft.com/office/drawing/2014/main" id="{64D6A2A8-7B5E-B664-0C8D-C235AB716B87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59;p9">
              <a:extLst>
                <a:ext uri="{FF2B5EF4-FFF2-40B4-BE49-F238E27FC236}">
                  <a16:creationId xmlns:a16="http://schemas.microsoft.com/office/drawing/2014/main" id="{036C2F83-A8BA-32AB-669E-35C14F8F5468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0;p9">
              <a:extLst>
                <a:ext uri="{FF2B5EF4-FFF2-40B4-BE49-F238E27FC236}">
                  <a16:creationId xmlns:a16="http://schemas.microsoft.com/office/drawing/2014/main" id="{62B8E965-862B-A460-9622-4DA604E0B22B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1;p9">
              <a:extLst>
                <a:ext uri="{FF2B5EF4-FFF2-40B4-BE49-F238E27FC236}">
                  <a16:creationId xmlns:a16="http://schemas.microsoft.com/office/drawing/2014/main" id="{65E520BF-62FE-4B64-CA29-76EDA48C1E1F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2;p9">
              <a:extLst>
                <a:ext uri="{FF2B5EF4-FFF2-40B4-BE49-F238E27FC236}">
                  <a16:creationId xmlns:a16="http://schemas.microsoft.com/office/drawing/2014/main" id="{F135C8B4-7978-B390-C708-CB6B182ADE1B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3;p9">
              <a:extLst>
                <a:ext uri="{FF2B5EF4-FFF2-40B4-BE49-F238E27FC236}">
                  <a16:creationId xmlns:a16="http://schemas.microsoft.com/office/drawing/2014/main" id="{2D202E4B-BA96-DFB1-907E-8973E6ADF644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4;p9">
              <a:extLst>
                <a:ext uri="{FF2B5EF4-FFF2-40B4-BE49-F238E27FC236}">
                  <a16:creationId xmlns:a16="http://schemas.microsoft.com/office/drawing/2014/main" id="{F1F1D0C7-3DE7-AA6C-6322-AB252B1EC21C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5;p9">
              <a:extLst>
                <a:ext uri="{FF2B5EF4-FFF2-40B4-BE49-F238E27FC236}">
                  <a16:creationId xmlns:a16="http://schemas.microsoft.com/office/drawing/2014/main" id="{4A9BD989-32CE-0CC4-9E33-0BCE4CB5DC89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6;p9">
              <a:extLst>
                <a:ext uri="{FF2B5EF4-FFF2-40B4-BE49-F238E27FC236}">
                  <a16:creationId xmlns:a16="http://schemas.microsoft.com/office/drawing/2014/main" id="{CE0F6848-B39C-4906-5040-AF9FB4882ABD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7;p9">
              <a:extLst>
                <a:ext uri="{FF2B5EF4-FFF2-40B4-BE49-F238E27FC236}">
                  <a16:creationId xmlns:a16="http://schemas.microsoft.com/office/drawing/2014/main" id="{854268F8-4A4D-0D88-DAB7-E7C71D94B939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8;p9">
              <a:extLst>
                <a:ext uri="{FF2B5EF4-FFF2-40B4-BE49-F238E27FC236}">
                  <a16:creationId xmlns:a16="http://schemas.microsoft.com/office/drawing/2014/main" id="{B17128C1-508F-3415-80D2-47D9F46DD035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69;p9">
              <a:extLst>
                <a:ext uri="{FF2B5EF4-FFF2-40B4-BE49-F238E27FC236}">
                  <a16:creationId xmlns:a16="http://schemas.microsoft.com/office/drawing/2014/main" id="{49E4754E-202B-2BA8-3490-2494E7C6D1C9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0;p9">
              <a:extLst>
                <a:ext uri="{FF2B5EF4-FFF2-40B4-BE49-F238E27FC236}">
                  <a16:creationId xmlns:a16="http://schemas.microsoft.com/office/drawing/2014/main" id="{E5804D8E-12A7-41F8-B250-0FF7307DCA51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1;p9">
              <a:extLst>
                <a:ext uri="{FF2B5EF4-FFF2-40B4-BE49-F238E27FC236}">
                  <a16:creationId xmlns:a16="http://schemas.microsoft.com/office/drawing/2014/main" id="{68815F5C-1DA1-81D6-7086-4C68182DB335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2;p9">
              <a:extLst>
                <a:ext uri="{FF2B5EF4-FFF2-40B4-BE49-F238E27FC236}">
                  <a16:creationId xmlns:a16="http://schemas.microsoft.com/office/drawing/2014/main" id="{F0DEF567-FEE0-316B-B174-C9E657D19CEE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3;p9">
              <a:extLst>
                <a:ext uri="{FF2B5EF4-FFF2-40B4-BE49-F238E27FC236}">
                  <a16:creationId xmlns:a16="http://schemas.microsoft.com/office/drawing/2014/main" id="{0FA42930-B5B3-FF43-15C4-BFA969CF043B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4;p9">
              <a:extLst>
                <a:ext uri="{FF2B5EF4-FFF2-40B4-BE49-F238E27FC236}">
                  <a16:creationId xmlns:a16="http://schemas.microsoft.com/office/drawing/2014/main" id="{F8C3B603-E975-F7DA-F3B2-89AF5845E092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5;p9">
              <a:extLst>
                <a:ext uri="{FF2B5EF4-FFF2-40B4-BE49-F238E27FC236}">
                  <a16:creationId xmlns:a16="http://schemas.microsoft.com/office/drawing/2014/main" id="{942E1AEA-3AAD-076A-94C6-09DB09774A99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6;p9">
              <a:extLst>
                <a:ext uri="{FF2B5EF4-FFF2-40B4-BE49-F238E27FC236}">
                  <a16:creationId xmlns:a16="http://schemas.microsoft.com/office/drawing/2014/main" id="{6CCEB6AF-B32D-7BE2-1E5A-483771549CF8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7;p9">
              <a:extLst>
                <a:ext uri="{FF2B5EF4-FFF2-40B4-BE49-F238E27FC236}">
                  <a16:creationId xmlns:a16="http://schemas.microsoft.com/office/drawing/2014/main" id="{05C8F3A9-486B-3434-0651-286EE5434A2D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8;p9">
              <a:extLst>
                <a:ext uri="{FF2B5EF4-FFF2-40B4-BE49-F238E27FC236}">
                  <a16:creationId xmlns:a16="http://schemas.microsoft.com/office/drawing/2014/main" id="{98876376-A9E5-07CD-3835-3BE378728572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79;p9">
              <a:extLst>
                <a:ext uri="{FF2B5EF4-FFF2-40B4-BE49-F238E27FC236}">
                  <a16:creationId xmlns:a16="http://schemas.microsoft.com/office/drawing/2014/main" id="{EA9589F6-4BB9-2E77-DE1C-53E12B93F68D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0;p9">
              <a:extLst>
                <a:ext uri="{FF2B5EF4-FFF2-40B4-BE49-F238E27FC236}">
                  <a16:creationId xmlns:a16="http://schemas.microsoft.com/office/drawing/2014/main" id="{9875D0BC-8016-6BFD-5014-4CA19B19B6EE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1;p9">
              <a:extLst>
                <a:ext uri="{FF2B5EF4-FFF2-40B4-BE49-F238E27FC236}">
                  <a16:creationId xmlns:a16="http://schemas.microsoft.com/office/drawing/2014/main" id="{D4776C90-6145-33FD-9E4F-2EB1655BEC37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2;p9">
              <a:extLst>
                <a:ext uri="{FF2B5EF4-FFF2-40B4-BE49-F238E27FC236}">
                  <a16:creationId xmlns:a16="http://schemas.microsoft.com/office/drawing/2014/main" id="{09E5F37C-CF83-BA4C-56E4-4CA461C76048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3;p9">
              <a:extLst>
                <a:ext uri="{FF2B5EF4-FFF2-40B4-BE49-F238E27FC236}">
                  <a16:creationId xmlns:a16="http://schemas.microsoft.com/office/drawing/2014/main" id="{55424C25-D0F1-6DDE-EE2D-A0B45B3C0091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4;p9">
              <a:extLst>
                <a:ext uri="{FF2B5EF4-FFF2-40B4-BE49-F238E27FC236}">
                  <a16:creationId xmlns:a16="http://schemas.microsoft.com/office/drawing/2014/main" id="{47B9835D-5C42-4713-63C9-B90D946F980B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5;p9">
              <a:extLst>
                <a:ext uri="{FF2B5EF4-FFF2-40B4-BE49-F238E27FC236}">
                  <a16:creationId xmlns:a16="http://schemas.microsoft.com/office/drawing/2014/main" id="{F55CCDD1-9398-7D8B-0D32-F5AB92C5325E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6;p9">
              <a:extLst>
                <a:ext uri="{FF2B5EF4-FFF2-40B4-BE49-F238E27FC236}">
                  <a16:creationId xmlns:a16="http://schemas.microsoft.com/office/drawing/2014/main" id="{2B3A75DD-6715-DB72-BC7F-59A3D7E89EDB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7;p9">
              <a:extLst>
                <a:ext uri="{FF2B5EF4-FFF2-40B4-BE49-F238E27FC236}">
                  <a16:creationId xmlns:a16="http://schemas.microsoft.com/office/drawing/2014/main" id="{0F48EB15-3778-82A7-025D-7F3B0B0F1E7F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8;p9">
              <a:extLst>
                <a:ext uri="{FF2B5EF4-FFF2-40B4-BE49-F238E27FC236}">
                  <a16:creationId xmlns:a16="http://schemas.microsoft.com/office/drawing/2014/main" id="{493109A5-29A8-3BDB-4AAA-2FD4B4898BEC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89;p9">
              <a:extLst>
                <a:ext uri="{FF2B5EF4-FFF2-40B4-BE49-F238E27FC236}">
                  <a16:creationId xmlns:a16="http://schemas.microsoft.com/office/drawing/2014/main" id="{301ABF7A-C38F-92ED-E84E-9980C5B3440C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0;p9">
              <a:extLst>
                <a:ext uri="{FF2B5EF4-FFF2-40B4-BE49-F238E27FC236}">
                  <a16:creationId xmlns:a16="http://schemas.microsoft.com/office/drawing/2014/main" id="{BE7784E3-0173-E670-5177-B8F2101E1E1F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1;p9">
              <a:extLst>
                <a:ext uri="{FF2B5EF4-FFF2-40B4-BE49-F238E27FC236}">
                  <a16:creationId xmlns:a16="http://schemas.microsoft.com/office/drawing/2014/main" id="{19CFCD47-FD4A-C863-1FA6-4C5F3BAA2A1A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2;p9">
              <a:extLst>
                <a:ext uri="{FF2B5EF4-FFF2-40B4-BE49-F238E27FC236}">
                  <a16:creationId xmlns:a16="http://schemas.microsoft.com/office/drawing/2014/main" id="{53558973-9A0A-CEF2-726D-C55FF500114E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3;p9">
              <a:extLst>
                <a:ext uri="{FF2B5EF4-FFF2-40B4-BE49-F238E27FC236}">
                  <a16:creationId xmlns:a16="http://schemas.microsoft.com/office/drawing/2014/main" id="{1DE43A49-DB7E-8EEC-1EC4-4943D43BD4FD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4;p9">
              <a:extLst>
                <a:ext uri="{FF2B5EF4-FFF2-40B4-BE49-F238E27FC236}">
                  <a16:creationId xmlns:a16="http://schemas.microsoft.com/office/drawing/2014/main" id="{47722B09-F890-F805-146F-EEE6CF01157E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395;p9">
              <a:extLst>
                <a:ext uri="{FF2B5EF4-FFF2-40B4-BE49-F238E27FC236}">
                  <a16:creationId xmlns:a16="http://schemas.microsoft.com/office/drawing/2014/main" id="{0BF26D74-9A7C-7DFA-CE0A-C3DC415AB4A9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741E9-10B3-FA67-71B2-064E460EE9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7427" y="3018063"/>
            <a:ext cx="11606646" cy="1617820"/>
          </a:xfrm>
        </p:spPr>
        <p:txBody>
          <a:bodyPr>
            <a:noAutofit/>
          </a:bodyPr>
          <a:lstStyle/>
          <a:p>
            <a:pPr algn="ctr"/>
            <a:endParaRPr lang="fa-IR" sz="1400" dirty="0">
              <a:cs typeface="B Titr" panose="00000700000000000000" pitchFamily="2" charset="-78"/>
            </a:endParaRPr>
          </a:p>
          <a:p>
            <a:pPr algn="ctr"/>
            <a:r>
              <a:rPr lang="fa-IR" sz="3200" dirty="0">
                <a:cs typeface="B Titr" panose="00000700000000000000" pitchFamily="2" charset="-78"/>
              </a:rPr>
              <a:t>اى فرشتگان من و اى ساكنان آسمان هایم</a:t>
            </a:r>
          </a:p>
          <a:p>
            <a:pPr algn="ctr"/>
            <a:r>
              <a:rPr lang="fa-IR" sz="3200" dirty="0">
                <a:cs typeface="B Titr" panose="00000700000000000000" pitchFamily="2" charset="-78"/>
              </a:rPr>
              <a:t>براستى كه من نیافریدم</a:t>
            </a:r>
            <a:r>
              <a:rPr lang="fa-IR" sz="3200" dirty="0">
                <a:solidFill>
                  <a:srgbClr val="FFFF00"/>
                </a:solidFill>
                <a:cs typeface="B Titr" panose="00000700000000000000" pitchFamily="2" charset="-78"/>
              </a:rPr>
              <a:t> آسمان </a:t>
            </a:r>
            <a:r>
              <a:rPr lang="fa-IR" sz="3200" dirty="0">
                <a:cs typeface="B Titr" panose="00000700000000000000" pitchFamily="2" charset="-78"/>
              </a:rPr>
              <a:t>بنا شده و نه </a:t>
            </a:r>
            <a:r>
              <a:rPr lang="fa-IR" sz="3200" dirty="0">
                <a:solidFill>
                  <a:srgbClr val="FFFF00"/>
                </a:solidFill>
                <a:cs typeface="B Titr" panose="00000700000000000000" pitchFamily="2" charset="-78"/>
              </a:rPr>
              <a:t>زمین</a:t>
            </a:r>
            <a:r>
              <a:rPr lang="fa-IR" sz="3200" dirty="0">
                <a:cs typeface="B Titr" panose="00000700000000000000" pitchFamily="2" charset="-78"/>
              </a:rPr>
              <a:t> گسترده و نه </a:t>
            </a:r>
            <a:r>
              <a:rPr lang="fa-IR" sz="3200" dirty="0">
                <a:solidFill>
                  <a:srgbClr val="FFFF00"/>
                </a:solidFill>
                <a:cs typeface="B Titr" panose="00000700000000000000" pitchFamily="2" charset="-78"/>
              </a:rPr>
              <a:t>ماه تابان </a:t>
            </a:r>
          </a:p>
          <a:p>
            <a:pPr algn="ctr"/>
            <a:r>
              <a:rPr lang="fa-IR" sz="3200" dirty="0">
                <a:cs typeface="B Titr" panose="00000700000000000000" pitchFamily="2" charset="-78"/>
              </a:rPr>
              <a:t>و نه </a:t>
            </a:r>
            <a:r>
              <a:rPr lang="fa-IR" sz="3200" dirty="0">
                <a:solidFill>
                  <a:srgbClr val="FFFF00"/>
                </a:solidFill>
                <a:cs typeface="B Titr" panose="00000700000000000000" pitchFamily="2" charset="-78"/>
              </a:rPr>
              <a:t>خورشید</a:t>
            </a:r>
            <a:r>
              <a:rPr lang="fa-IR" sz="3200" dirty="0">
                <a:cs typeface="B Titr" panose="00000700000000000000" pitchFamily="2" charset="-78"/>
              </a:rPr>
              <a:t> درخشان و نه </a:t>
            </a:r>
            <a:r>
              <a:rPr lang="fa-IR" sz="3200" dirty="0">
                <a:solidFill>
                  <a:srgbClr val="FFFF00"/>
                </a:solidFill>
                <a:cs typeface="B Titr" panose="00000700000000000000" pitchFamily="2" charset="-78"/>
              </a:rPr>
              <a:t>فَلك</a:t>
            </a:r>
            <a:r>
              <a:rPr lang="fa-IR" sz="3200" dirty="0">
                <a:cs typeface="B Titr" panose="00000700000000000000" pitchFamily="2" charset="-78"/>
              </a:rPr>
              <a:t> چرخان و نه</a:t>
            </a:r>
            <a:r>
              <a:rPr lang="fa-IR" sz="3200" dirty="0">
                <a:solidFill>
                  <a:srgbClr val="FFFF00"/>
                </a:solidFill>
                <a:cs typeface="B Titr" panose="00000700000000000000" pitchFamily="2" charset="-78"/>
              </a:rPr>
              <a:t> دریاى </a:t>
            </a:r>
            <a:r>
              <a:rPr lang="fa-IR" sz="3200" dirty="0">
                <a:cs typeface="B Titr" panose="00000700000000000000" pitchFamily="2" charset="-78"/>
              </a:rPr>
              <a:t>روان و نه</a:t>
            </a:r>
            <a:r>
              <a:rPr lang="fa-IR" sz="3200" dirty="0">
                <a:solidFill>
                  <a:srgbClr val="FFFF00"/>
                </a:solidFill>
                <a:cs typeface="B Titr" panose="00000700000000000000" pitchFamily="2" charset="-78"/>
              </a:rPr>
              <a:t> كشتى </a:t>
            </a:r>
            <a:r>
              <a:rPr lang="fa-IR" sz="3200" dirty="0">
                <a:cs typeface="B Titr" panose="00000700000000000000" pitchFamily="2" charset="-78"/>
              </a:rPr>
              <a:t>در جریان را </a:t>
            </a:r>
          </a:p>
          <a:p>
            <a:pPr algn="ctr"/>
            <a:r>
              <a:rPr lang="fa-IR" sz="3200" dirty="0">
                <a:cs typeface="B Titr" panose="00000700000000000000" pitchFamily="2" charset="-78"/>
              </a:rPr>
              <a:t>مگر بخاطر </a:t>
            </a:r>
            <a:r>
              <a:rPr lang="fa-IR" sz="3200" dirty="0">
                <a:solidFill>
                  <a:srgbClr val="C00000"/>
                </a:solidFill>
                <a:cs typeface="B Titr" panose="00000700000000000000" pitchFamily="2" charset="-78"/>
              </a:rPr>
              <a:t>محبّت</a:t>
            </a:r>
            <a:r>
              <a:rPr lang="fa-IR" sz="3200" dirty="0">
                <a:cs typeface="B Titr" panose="00000700000000000000" pitchFamily="2" charset="-78"/>
              </a:rPr>
              <a:t> این پنج نفر، اینان كه در </a:t>
            </a:r>
            <a:r>
              <a:rPr lang="fa-IR" sz="3200" dirty="0">
                <a:solidFill>
                  <a:srgbClr val="C00000"/>
                </a:solidFill>
                <a:cs typeface="B Titr" panose="00000700000000000000" pitchFamily="2" charset="-78"/>
              </a:rPr>
              <a:t>زیر کِساء </a:t>
            </a:r>
            <a:r>
              <a:rPr lang="fa-IR" sz="3200" dirty="0">
                <a:cs typeface="B Titr" panose="00000700000000000000" pitchFamily="2" charset="-78"/>
              </a:rPr>
              <a:t>هستند.</a:t>
            </a:r>
          </a:p>
        </p:txBody>
      </p:sp>
      <p:sp>
        <p:nvSpPr>
          <p:cNvPr id="122" name="Text Placeholder 121">
            <a:extLst>
              <a:ext uri="{FF2B5EF4-FFF2-40B4-BE49-F238E27FC236}">
                <a16:creationId xmlns:a16="http://schemas.microsoft.com/office/drawing/2014/main" id="{5615CB66-6F6B-785B-91E0-9525DB14C0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88769" y="493428"/>
            <a:ext cx="14029459" cy="1013664"/>
          </a:xfrm>
        </p:spPr>
        <p:txBody>
          <a:bodyPr/>
          <a:lstStyle/>
          <a:p>
            <a:pPr algn="r">
              <a:lnSpc>
                <a:spcPct val="150000"/>
              </a:lnSpc>
            </a:pPr>
            <a:r>
              <a:rPr lang="fa-IR" sz="3600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                   </a:t>
            </a:r>
            <a:r>
              <a:rPr lang="fa-IR" sz="4400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حضرت فاطِمه </a:t>
            </a:r>
            <a:r>
              <a:rPr lang="fa-IR" sz="2800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سَلامُ اللّه عَلیها                                                 </a:t>
            </a:r>
            <a:r>
              <a:rPr lang="fa-IR" sz="4400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مِحور خلقت است. </a:t>
            </a:r>
            <a:endParaRPr lang="fa-IR" sz="3600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endParaRPr lang="en-US" sz="6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793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6D4F-B3F1-9272-13F9-86E651D60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DC78B9-610E-FEF0-1795-B0D35EC65D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51"/>
          <a:stretch/>
        </p:blipFill>
        <p:spPr>
          <a:xfrm>
            <a:off x="4218709" y="0"/>
            <a:ext cx="2986562" cy="27167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36BC790-6C51-4666-8FA4-E37D20F8BF6C}"/>
              </a:ext>
            </a:extLst>
          </p:cNvPr>
          <p:cNvSpPr/>
          <p:nvPr/>
        </p:nvSpPr>
        <p:spPr>
          <a:xfrm flipH="1">
            <a:off x="0" y="2836718"/>
            <a:ext cx="12192000" cy="4021282"/>
          </a:xfrm>
          <a:prstGeom prst="rect">
            <a:avLst/>
          </a:prstGeom>
          <a:solidFill>
            <a:srgbClr val="079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grpSp>
        <p:nvGrpSpPr>
          <p:cNvPr id="8" name="Google Shape;339;p9">
            <a:extLst>
              <a:ext uri="{FF2B5EF4-FFF2-40B4-BE49-F238E27FC236}">
                <a16:creationId xmlns:a16="http://schemas.microsoft.com/office/drawing/2014/main" id="{B6026317-2F95-5900-F4BC-10488E8AA8B3}"/>
              </a:ext>
            </a:extLst>
          </p:cNvPr>
          <p:cNvGrpSpPr/>
          <p:nvPr/>
        </p:nvGrpSpPr>
        <p:grpSpPr>
          <a:xfrm flipH="1">
            <a:off x="8097003" y="3315499"/>
            <a:ext cx="4049474" cy="3614637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9" name="Google Shape;340;p9">
              <a:extLst>
                <a:ext uri="{FF2B5EF4-FFF2-40B4-BE49-F238E27FC236}">
                  <a16:creationId xmlns:a16="http://schemas.microsoft.com/office/drawing/2014/main" id="{8944D8AB-E7BF-A682-618A-FC65440DCE29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1;p9">
              <a:extLst>
                <a:ext uri="{FF2B5EF4-FFF2-40B4-BE49-F238E27FC236}">
                  <a16:creationId xmlns:a16="http://schemas.microsoft.com/office/drawing/2014/main" id="{483BA9C3-444A-00AF-964F-32CFED646D4B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342;p9">
              <a:extLst>
                <a:ext uri="{FF2B5EF4-FFF2-40B4-BE49-F238E27FC236}">
                  <a16:creationId xmlns:a16="http://schemas.microsoft.com/office/drawing/2014/main" id="{65DEA7D4-94E6-3D73-76C8-850A3DA22775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3;p9">
              <a:extLst>
                <a:ext uri="{FF2B5EF4-FFF2-40B4-BE49-F238E27FC236}">
                  <a16:creationId xmlns:a16="http://schemas.microsoft.com/office/drawing/2014/main" id="{B7A8C808-79CF-B467-3590-6213EEDC271E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4;p9">
              <a:extLst>
                <a:ext uri="{FF2B5EF4-FFF2-40B4-BE49-F238E27FC236}">
                  <a16:creationId xmlns:a16="http://schemas.microsoft.com/office/drawing/2014/main" id="{5C8EB653-8610-CB46-AC85-55A09136BD9B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5;p9">
              <a:extLst>
                <a:ext uri="{FF2B5EF4-FFF2-40B4-BE49-F238E27FC236}">
                  <a16:creationId xmlns:a16="http://schemas.microsoft.com/office/drawing/2014/main" id="{8038EE06-A9BF-2042-967B-A70A0E437DA2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6;p9">
              <a:extLst>
                <a:ext uri="{FF2B5EF4-FFF2-40B4-BE49-F238E27FC236}">
                  <a16:creationId xmlns:a16="http://schemas.microsoft.com/office/drawing/2014/main" id="{83D2FAC7-168A-DA00-ABCE-FC0E3F34511D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7;p9">
              <a:extLst>
                <a:ext uri="{FF2B5EF4-FFF2-40B4-BE49-F238E27FC236}">
                  <a16:creationId xmlns:a16="http://schemas.microsoft.com/office/drawing/2014/main" id="{8DAE7DB1-69FF-AA06-5D0C-9B48C3FAE73C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8;p9">
              <a:extLst>
                <a:ext uri="{FF2B5EF4-FFF2-40B4-BE49-F238E27FC236}">
                  <a16:creationId xmlns:a16="http://schemas.microsoft.com/office/drawing/2014/main" id="{CCCF381A-8F32-7AC6-DFAA-F4A70A57C6E3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49;p9">
              <a:extLst>
                <a:ext uri="{FF2B5EF4-FFF2-40B4-BE49-F238E27FC236}">
                  <a16:creationId xmlns:a16="http://schemas.microsoft.com/office/drawing/2014/main" id="{C0228436-CB8B-BD6A-04D4-71188B408947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0;p9">
              <a:extLst>
                <a:ext uri="{FF2B5EF4-FFF2-40B4-BE49-F238E27FC236}">
                  <a16:creationId xmlns:a16="http://schemas.microsoft.com/office/drawing/2014/main" id="{7DF7A9BA-DCFE-D76F-A86F-B036B56FB6E9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1;p9">
              <a:extLst>
                <a:ext uri="{FF2B5EF4-FFF2-40B4-BE49-F238E27FC236}">
                  <a16:creationId xmlns:a16="http://schemas.microsoft.com/office/drawing/2014/main" id="{51C47087-406A-CE3F-AB33-4625735E5EA2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2;p9">
              <a:extLst>
                <a:ext uri="{FF2B5EF4-FFF2-40B4-BE49-F238E27FC236}">
                  <a16:creationId xmlns:a16="http://schemas.microsoft.com/office/drawing/2014/main" id="{4F3299F1-866E-AF03-6E36-F3B1DF635A55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3;p9">
              <a:extLst>
                <a:ext uri="{FF2B5EF4-FFF2-40B4-BE49-F238E27FC236}">
                  <a16:creationId xmlns:a16="http://schemas.microsoft.com/office/drawing/2014/main" id="{7FF8F8B5-5819-8E5B-D0B7-D3DC85AAAE5F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4;p9">
              <a:extLst>
                <a:ext uri="{FF2B5EF4-FFF2-40B4-BE49-F238E27FC236}">
                  <a16:creationId xmlns:a16="http://schemas.microsoft.com/office/drawing/2014/main" id="{444259FD-8448-ABF7-49FE-EBAEB3DAFE18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5;p9">
              <a:extLst>
                <a:ext uri="{FF2B5EF4-FFF2-40B4-BE49-F238E27FC236}">
                  <a16:creationId xmlns:a16="http://schemas.microsoft.com/office/drawing/2014/main" id="{56D6C26D-6FA7-DF87-55E9-94DF73DB0E50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6;p9">
              <a:extLst>
                <a:ext uri="{FF2B5EF4-FFF2-40B4-BE49-F238E27FC236}">
                  <a16:creationId xmlns:a16="http://schemas.microsoft.com/office/drawing/2014/main" id="{42535E80-47FA-FE19-F223-F6F7677E4F60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7;p9">
              <a:extLst>
                <a:ext uri="{FF2B5EF4-FFF2-40B4-BE49-F238E27FC236}">
                  <a16:creationId xmlns:a16="http://schemas.microsoft.com/office/drawing/2014/main" id="{40EE0FD9-C551-A753-8993-F10B82EFA64C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8;p9">
              <a:extLst>
                <a:ext uri="{FF2B5EF4-FFF2-40B4-BE49-F238E27FC236}">
                  <a16:creationId xmlns:a16="http://schemas.microsoft.com/office/drawing/2014/main" id="{68D6D5C2-D0EA-BAD9-E12E-507402A327D5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59;p9">
              <a:extLst>
                <a:ext uri="{FF2B5EF4-FFF2-40B4-BE49-F238E27FC236}">
                  <a16:creationId xmlns:a16="http://schemas.microsoft.com/office/drawing/2014/main" id="{30304713-21A9-60A0-6866-D58DB4BFACDE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0;p9">
              <a:extLst>
                <a:ext uri="{FF2B5EF4-FFF2-40B4-BE49-F238E27FC236}">
                  <a16:creationId xmlns:a16="http://schemas.microsoft.com/office/drawing/2014/main" id="{7F944C42-23EC-3DB4-2BB5-944F2EA18304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1;p9">
              <a:extLst>
                <a:ext uri="{FF2B5EF4-FFF2-40B4-BE49-F238E27FC236}">
                  <a16:creationId xmlns:a16="http://schemas.microsoft.com/office/drawing/2014/main" id="{3EACFC84-E3B2-5DFF-CF58-B20E9692AD33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2;p9">
              <a:extLst>
                <a:ext uri="{FF2B5EF4-FFF2-40B4-BE49-F238E27FC236}">
                  <a16:creationId xmlns:a16="http://schemas.microsoft.com/office/drawing/2014/main" id="{3A95510D-EFED-A266-714B-24A083820325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3;p9">
              <a:extLst>
                <a:ext uri="{FF2B5EF4-FFF2-40B4-BE49-F238E27FC236}">
                  <a16:creationId xmlns:a16="http://schemas.microsoft.com/office/drawing/2014/main" id="{9C7EDA5B-5E18-213C-FC42-740936FC77F7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4;p9">
              <a:extLst>
                <a:ext uri="{FF2B5EF4-FFF2-40B4-BE49-F238E27FC236}">
                  <a16:creationId xmlns:a16="http://schemas.microsoft.com/office/drawing/2014/main" id="{0844FF69-9404-4AD4-E8F9-F67B5A5D83E4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5;p9">
              <a:extLst>
                <a:ext uri="{FF2B5EF4-FFF2-40B4-BE49-F238E27FC236}">
                  <a16:creationId xmlns:a16="http://schemas.microsoft.com/office/drawing/2014/main" id="{BF22CB59-91AA-91AB-25DA-40D2D276246B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6;p9">
              <a:extLst>
                <a:ext uri="{FF2B5EF4-FFF2-40B4-BE49-F238E27FC236}">
                  <a16:creationId xmlns:a16="http://schemas.microsoft.com/office/drawing/2014/main" id="{6FE9D884-BA14-818C-ABAB-FF233D9D3002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7;p9">
              <a:extLst>
                <a:ext uri="{FF2B5EF4-FFF2-40B4-BE49-F238E27FC236}">
                  <a16:creationId xmlns:a16="http://schemas.microsoft.com/office/drawing/2014/main" id="{AEC21F87-A335-AE51-C379-76EEFB426C01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8;p9">
              <a:extLst>
                <a:ext uri="{FF2B5EF4-FFF2-40B4-BE49-F238E27FC236}">
                  <a16:creationId xmlns:a16="http://schemas.microsoft.com/office/drawing/2014/main" id="{944DDC61-915D-638A-0E4F-6A8F7C06443E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69;p9">
              <a:extLst>
                <a:ext uri="{FF2B5EF4-FFF2-40B4-BE49-F238E27FC236}">
                  <a16:creationId xmlns:a16="http://schemas.microsoft.com/office/drawing/2014/main" id="{28F8D584-04C6-E90A-EE2E-6AE4D94B56FF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0;p9">
              <a:extLst>
                <a:ext uri="{FF2B5EF4-FFF2-40B4-BE49-F238E27FC236}">
                  <a16:creationId xmlns:a16="http://schemas.microsoft.com/office/drawing/2014/main" id="{CC1FE365-F070-8D4F-9FAA-4628343B6330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1;p9">
              <a:extLst>
                <a:ext uri="{FF2B5EF4-FFF2-40B4-BE49-F238E27FC236}">
                  <a16:creationId xmlns:a16="http://schemas.microsoft.com/office/drawing/2014/main" id="{96A347B4-E4F0-4861-29F4-21C4E2899DDA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2;p9">
              <a:extLst>
                <a:ext uri="{FF2B5EF4-FFF2-40B4-BE49-F238E27FC236}">
                  <a16:creationId xmlns:a16="http://schemas.microsoft.com/office/drawing/2014/main" id="{E2F753A2-4B68-74A7-A2F4-F449FCC01726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3;p9">
              <a:extLst>
                <a:ext uri="{FF2B5EF4-FFF2-40B4-BE49-F238E27FC236}">
                  <a16:creationId xmlns:a16="http://schemas.microsoft.com/office/drawing/2014/main" id="{CC866B82-2323-4520-0BA9-370637DD6BE5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4;p9">
              <a:extLst>
                <a:ext uri="{FF2B5EF4-FFF2-40B4-BE49-F238E27FC236}">
                  <a16:creationId xmlns:a16="http://schemas.microsoft.com/office/drawing/2014/main" id="{2FB8DD49-C286-CFD8-B96C-ABA7972D5A31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5;p9">
              <a:extLst>
                <a:ext uri="{FF2B5EF4-FFF2-40B4-BE49-F238E27FC236}">
                  <a16:creationId xmlns:a16="http://schemas.microsoft.com/office/drawing/2014/main" id="{136C9D68-EC6A-8625-D2AE-418029C95FC9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6;p9">
              <a:extLst>
                <a:ext uri="{FF2B5EF4-FFF2-40B4-BE49-F238E27FC236}">
                  <a16:creationId xmlns:a16="http://schemas.microsoft.com/office/drawing/2014/main" id="{EBA58FA7-6F94-8FFA-B6F6-B08DD01A9B44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7;p9">
              <a:extLst>
                <a:ext uri="{FF2B5EF4-FFF2-40B4-BE49-F238E27FC236}">
                  <a16:creationId xmlns:a16="http://schemas.microsoft.com/office/drawing/2014/main" id="{67382AFD-B1DE-7433-933C-06C81A3C0126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8;p9">
              <a:extLst>
                <a:ext uri="{FF2B5EF4-FFF2-40B4-BE49-F238E27FC236}">
                  <a16:creationId xmlns:a16="http://schemas.microsoft.com/office/drawing/2014/main" id="{2D470E9C-9210-0880-4C1C-53F8270D0BED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79;p9">
              <a:extLst>
                <a:ext uri="{FF2B5EF4-FFF2-40B4-BE49-F238E27FC236}">
                  <a16:creationId xmlns:a16="http://schemas.microsoft.com/office/drawing/2014/main" id="{F1EDE62A-A02E-42FC-DCEC-BF2A6652F1D4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0;p9">
              <a:extLst>
                <a:ext uri="{FF2B5EF4-FFF2-40B4-BE49-F238E27FC236}">
                  <a16:creationId xmlns:a16="http://schemas.microsoft.com/office/drawing/2014/main" id="{3981B75E-089B-2137-0D85-81E82956B678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1;p9">
              <a:extLst>
                <a:ext uri="{FF2B5EF4-FFF2-40B4-BE49-F238E27FC236}">
                  <a16:creationId xmlns:a16="http://schemas.microsoft.com/office/drawing/2014/main" id="{EF460CB6-F141-8C3B-D5CB-39ADC2561055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2;p9">
              <a:extLst>
                <a:ext uri="{FF2B5EF4-FFF2-40B4-BE49-F238E27FC236}">
                  <a16:creationId xmlns:a16="http://schemas.microsoft.com/office/drawing/2014/main" id="{461BCF12-64A3-F3E2-B052-F28C35482847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3;p9">
              <a:extLst>
                <a:ext uri="{FF2B5EF4-FFF2-40B4-BE49-F238E27FC236}">
                  <a16:creationId xmlns:a16="http://schemas.microsoft.com/office/drawing/2014/main" id="{F6FD90F7-A97D-9589-4A79-0702096EEDEE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4;p9">
              <a:extLst>
                <a:ext uri="{FF2B5EF4-FFF2-40B4-BE49-F238E27FC236}">
                  <a16:creationId xmlns:a16="http://schemas.microsoft.com/office/drawing/2014/main" id="{357332B4-F237-127B-D706-73270222B599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5;p9">
              <a:extLst>
                <a:ext uri="{FF2B5EF4-FFF2-40B4-BE49-F238E27FC236}">
                  <a16:creationId xmlns:a16="http://schemas.microsoft.com/office/drawing/2014/main" id="{87EF0C5B-EF47-3FC1-1F8E-F4E6DC67B221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6;p9">
              <a:extLst>
                <a:ext uri="{FF2B5EF4-FFF2-40B4-BE49-F238E27FC236}">
                  <a16:creationId xmlns:a16="http://schemas.microsoft.com/office/drawing/2014/main" id="{4EEC1A78-2F0F-5386-DB83-75DBAB40880C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7;p9">
              <a:extLst>
                <a:ext uri="{FF2B5EF4-FFF2-40B4-BE49-F238E27FC236}">
                  <a16:creationId xmlns:a16="http://schemas.microsoft.com/office/drawing/2014/main" id="{707E2053-64F8-B11F-DA49-C6FEC21851DE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8;p9">
              <a:extLst>
                <a:ext uri="{FF2B5EF4-FFF2-40B4-BE49-F238E27FC236}">
                  <a16:creationId xmlns:a16="http://schemas.microsoft.com/office/drawing/2014/main" id="{DDAF0761-7EE1-14C5-5126-4967617B81ED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89;p9">
              <a:extLst>
                <a:ext uri="{FF2B5EF4-FFF2-40B4-BE49-F238E27FC236}">
                  <a16:creationId xmlns:a16="http://schemas.microsoft.com/office/drawing/2014/main" id="{6FB9269C-7FD4-8EB9-7DA1-B3166C1743D6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0;p9">
              <a:extLst>
                <a:ext uri="{FF2B5EF4-FFF2-40B4-BE49-F238E27FC236}">
                  <a16:creationId xmlns:a16="http://schemas.microsoft.com/office/drawing/2014/main" id="{B00E1C11-13AB-CFD6-706A-86490DC77BA3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1;p9">
              <a:extLst>
                <a:ext uri="{FF2B5EF4-FFF2-40B4-BE49-F238E27FC236}">
                  <a16:creationId xmlns:a16="http://schemas.microsoft.com/office/drawing/2014/main" id="{FD59EA3B-5315-D4EE-AD96-C0372CE64903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2;p9">
              <a:extLst>
                <a:ext uri="{FF2B5EF4-FFF2-40B4-BE49-F238E27FC236}">
                  <a16:creationId xmlns:a16="http://schemas.microsoft.com/office/drawing/2014/main" id="{4BEF75B6-7AB1-D9A2-1A63-12ABF6625CC5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3;p9">
              <a:extLst>
                <a:ext uri="{FF2B5EF4-FFF2-40B4-BE49-F238E27FC236}">
                  <a16:creationId xmlns:a16="http://schemas.microsoft.com/office/drawing/2014/main" id="{8B889F8F-2926-1210-7593-6CD7E1A7FE77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4;p9">
              <a:extLst>
                <a:ext uri="{FF2B5EF4-FFF2-40B4-BE49-F238E27FC236}">
                  <a16:creationId xmlns:a16="http://schemas.microsoft.com/office/drawing/2014/main" id="{BFA07AD3-C3F4-DCCF-BDBA-F6B36D131F77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395;p9">
              <a:extLst>
                <a:ext uri="{FF2B5EF4-FFF2-40B4-BE49-F238E27FC236}">
                  <a16:creationId xmlns:a16="http://schemas.microsoft.com/office/drawing/2014/main" id="{8E78C033-33EC-5334-DA4D-387608A0A04C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" name="Google Shape;339;p9">
            <a:extLst>
              <a:ext uri="{FF2B5EF4-FFF2-40B4-BE49-F238E27FC236}">
                <a16:creationId xmlns:a16="http://schemas.microsoft.com/office/drawing/2014/main" id="{34C23101-34A6-3560-F893-012F6C816DC7}"/>
              </a:ext>
            </a:extLst>
          </p:cNvPr>
          <p:cNvGrpSpPr/>
          <p:nvPr/>
        </p:nvGrpSpPr>
        <p:grpSpPr>
          <a:xfrm flipV="1">
            <a:off x="126694" y="2387690"/>
            <a:ext cx="4361377" cy="3893047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6" name="Google Shape;340;p9">
              <a:extLst>
                <a:ext uri="{FF2B5EF4-FFF2-40B4-BE49-F238E27FC236}">
                  <a16:creationId xmlns:a16="http://schemas.microsoft.com/office/drawing/2014/main" id="{E1A314D0-C9AE-BB48-8F46-1D8779A23977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1;p9">
              <a:extLst>
                <a:ext uri="{FF2B5EF4-FFF2-40B4-BE49-F238E27FC236}">
                  <a16:creationId xmlns:a16="http://schemas.microsoft.com/office/drawing/2014/main" id="{98303AB3-1BE8-D2E2-BBBD-BFC509A20296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2;p9">
              <a:extLst>
                <a:ext uri="{FF2B5EF4-FFF2-40B4-BE49-F238E27FC236}">
                  <a16:creationId xmlns:a16="http://schemas.microsoft.com/office/drawing/2014/main" id="{D44DBDBF-E26B-1830-E063-689859EEA532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3;p9">
              <a:extLst>
                <a:ext uri="{FF2B5EF4-FFF2-40B4-BE49-F238E27FC236}">
                  <a16:creationId xmlns:a16="http://schemas.microsoft.com/office/drawing/2014/main" id="{E7C3EE41-E9CE-ECEC-1C74-F392707EBC63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4;p9">
              <a:extLst>
                <a:ext uri="{FF2B5EF4-FFF2-40B4-BE49-F238E27FC236}">
                  <a16:creationId xmlns:a16="http://schemas.microsoft.com/office/drawing/2014/main" id="{FA73A962-70F9-AB84-4368-F805886A40B6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5;p9">
              <a:extLst>
                <a:ext uri="{FF2B5EF4-FFF2-40B4-BE49-F238E27FC236}">
                  <a16:creationId xmlns:a16="http://schemas.microsoft.com/office/drawing/2014/main" id="{9FF467C9-8E4F-6BBC-80CD-3632A5762D4C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6;p9">
              <a:extLst>
                <a:ext uri="{FF2B5EF4-FFF2-40B4-BE49-F238E27FC236}">
                  <a16:creationId xmlns:a16="http://schemas.microsoft.com/office/drawing/2014/main" id="{DD891A69-13BF-1659-7181-D2C117C5FDC0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7;p9">
              <a:extLst>
                <a:ext uri="{FF2B5EF4-FFF2-40B4-BE49-F238E27FC236}">
                  <a16:creationId xmlns:a16="http://schemas.microsoft.com/office/drawing/2014/main" id="{5542ACFB-C554-7D85-BCD1-74DB4214B168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8;p9">
              <a:extLst>
                <a:ext uri="{FF2B5EF4-FFF2-40B4-BE49-F238E27FC236}">
                  <a16:creationId xmlns:a16="http://schemas.microsoft.com/office/drawing/2014/main" id="{EBAB8941-94A1-0D50-1D41-26437781724D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49;p9">
              <a:extLst>
                <a:ext uri="{FF2B5EF4-FFF2-40B4-BE49-F238E27FC236}">
                  <a16:creationId xmlns:a16="http://schemas.microsoft.com/office/drawing/2014/main" id="{2A08F66F-EB78-E646-8BF4-1AB3770924DB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0;p9">
              <a:extLst>
                <a:ext uri="{FF2B5EF4-FFF2-40B4-BE49-F238E27FC236}">
                  <a16:creationId xmlns:a16="http://schemas.microsoft.com/office/drawing/2014/main" id="{05AAB817-D261-7F82-4AC9-417F9A56C3BA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1;p9">
              <a:extLst>
                <a:ext uri="{FF2B5EF4-FFF2-40B4-BE49-F238E27FC236}">
                  <a16:creationId xmlns:a16="http://schemas.microsoft.com/office/drawing/2014/main" id="{2906F29A-F68F-566B-0FAB-35E954D2E8F8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2;p9">
              <a:extLst>
                <a:ext uri="{FF2B5EF4-FFF2-40B4-BE49-F238E27FC236}">
                  <a16:creationId xmlns:a16="http://schemas.microsoft.com/office/drawing/2014/main" id="{54DB8B09-9FEC-E3BE-0F2E-A7F5FF6F5AEE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3;p9">
              <a:extLst>
                <a:ext uri="{FF2B5EF4-FFF2-40B4-BE49-F238E27FC236}">
                  <a16:creationId xmlns:a16="http://schemas.microsoft.com/office/drawing/2014/main" id="{13664998-CDAF-1E0B-CBFE-CDFFEF3E25DA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4;p9">
              <a:extLst>
                <a:ext uri="{FF2B5EF4-FFF2-40B4-BE49-F238E27FC236}">
                  <a16:creationId xmlns:a16="http://schemas.microsoft.com/office/drawing/2014/main" id="{AE03EC3C-B185-11FB-40F5-DE9FFA533B46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5;p9">
              <a:extLst>
                <a:ext uri="{FF2B5EF4-FFF2-40B4-BE49-F238E27FC236}">
                  <a16:creationId xmlns:a16="http://schemas.microsoft.com/office/drawing/2014/main" id="{ADC2A24C-7B20-25A1-B85F-58A09D2B838A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6;p9">
              <a:extLst>
                <a:ext uri="{FF2B5EF4-FFF2-40B4-BE49-F238E27FC236}">
                  <a16:creationId xmlns:a16="http://schemas.microsoft.com/office/drawing/2014/main" id="{E3061CFA-6DA5-CB31-D9C7-D208AC0729DD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7;p9">
              <a:extLst>
                <a:ext uri="{FF2B5EF4-FFF2-40B4-BE49-F238E27FC236}">
                  <a16:creationId xmlns:a16="http://schemas.microsoft.com/office/drawing/2014/main" id="{80BBF139-6669-4067-BB4A-46E9E39627E3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8;p9">
              <a:extLst>
                <a:ext uri="{FF2B5EF4-FFF2-40B4-BE49-F238E27FC236}">
                  <a16:creationId xmlns:a16="http://schemas.microsoft.com/office/drawing/2014/main" id="{99F1A0C7-19F6-4C32-4801-4D89BF01E6B0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59;p9">
              <a:extLst>
                <a:ext uri="{FF2B5EF4-FFF2-40B4-BE49-F238E27FC236}">
                  <a16:creationId xmlns:a16="http://schemas.microsoft.com/office/drawing/2014/main" id="{7BE6A7FF-9F9D-47D0-9507-A359A8894DE0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0;p9">
              <a:extLst>
                <a:ext uri="{FF2B5EF4-FFF2-40B4-BE49-F238E27FC236}">
                  <a16:creationId xmlns:a16="http://schemas.microsoft.com/office/drawing/2014/main" id="{2A49D28C-A2F2-5FF2-40CC-95F91F5A33EF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1;p9">
              <a:extLst>
                <a:ext uri="{FF2B5EF4-FFF2-40B4-BE49-F238E27FC236}">
                  <a16:creationId xmlns:a16="http://schemas.microsoft.com/office/drawing/2014/main" id="{0FC602C0-98CE-2069-4943-54299C91B45F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2;p9">
              <a:extLst>
                <a:ext uri="{FF2B5EF4-FFF2-40B4-BE49-F238E27FC236}">
                  <a16:creationId xmlns:a16="http://schemas.microsoft.com/office/drawing/2014/main" id="{D9841BA8-66BD-6389-0FA2-02B7E78F9C84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3;p9">
              <a:extLst>
                <a:ext uri="{FF2B5EF4-FFF2-40B4-BE49-F238E27FC236}">
                  <a16:creationId xmlns:a16="http://schemas.microsoft.com/office/drawing/2014/main" id="{9B91C5D0-F52D-AC04-FBAB-922C25DDABA8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4;p9">
              <a:extLst>
                <a:ext uri="{FF2B5EF4-FFF2-40B4-BE49-F238E27FC236}">
                  <a16:creationId xmlns:a16="http://schemas.microsoft.com/office/drawing/2014/main" id="{DB3B45F8-7A66-0293-8D9E-19248FC8082A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5;p9">
              <a:extLst>
                <a:ext uri="{FF2B5EF4-FFF2-40B4-BE49-F238E27FC236}">
                  <a16:creationId xmlns:a16="http://schemas.microsoft.com/office/drawing/2014/main" id="{EB55CC41-BF31-C1DB-E6F4-D75E790D3CA7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6;p9">
              <a:extLst>
                <a:ext uri="{FF2B5EF4-FFF2-40B4-BE49-F238E27FC236}">
                  <a16:creationId xmlns:a16="http://schemas.microsoft.com/office/drawing/2014/main" id="{FFC79475-268A-BA82-690D-1DD738EE27FA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7;p9">
              <a:extLst>
                <a:ext uri="{FF2B5EF4-FFF2-40B4-BE49-F238E27FC236}">
                  <a16:creationId xmlns:a16="http://schemas.microsoft.com/office/drawing/2014/main" id="{3B98CCA5-7BD5-C8B9-5F3A-87395843B758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8;p9">
              <a:extLst>
                <a:ext uri="{FF2B5EF4-FFF2-40B4-BE49-F238E27FC236}">
                  <a16:creationId xmlns:a16="http://schemas.microsoft.com/office/drawing/2014/main" id="{7779777A-0CCA-A107-6499-57D1D48CD4DB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69;p9">
              <a:extLst>
                <a:ext uri="{FF2B5EF4-FFF2-40B4-BE49-F238E27FC236}">
                  <a16:creationId xmlns:a16="http://schemas.microsoft.com/office/drawing/2014/main" id="{7D4EE7E1-E374-181D-50F5-707D94137F65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0;p9">
              <a:extLst>
                <a:ext uri="{FF2B5EF4-FFF2-40B4-BE49-F238E27FC236}">
                  <a16:creationId xmlns:a16="http://schemas.microsoft.com/office/drawing/2014/main" id="{DACF2B52-CC72-D9B8-889A-6ABBDC7FF9D2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1;p9">
              <a:extLst>
                <a:ext uri="{FF2B5EF4-FFF2-40B4-BE49-F238E27FC236}">
                  <a16:creationId xmlns:a16="http://schemas.microsoft.com/office/drawing/2014/main" id="{DE8FB85B-E90E-47A9-83C9-FF66F8F0FADC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2;p9">
              <a:extLst>
                <a:ext uri="{FF2B5EF4-FFF2-40B4-BE49-F238E27FC236}">
                  <a16:creationId xmlns:a16="http://schemas.microsoft.com/office/drawing/2014/main" id="{DDD46A98-3329-111B-E63B-11A21AC0DE52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3;p9">
              <a:extLst>
                <a:ext uri="{FF2B5EF4-FFF2-40B4-BE49-F238E27FC236}">
                  <a16:creationId xmlns:a16="http://schemas.microsoft.com/office/drawing/2014/main" id="{2BC5738E-B875-50D0-0A47-CB2CAE9AA0F4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4;p9">
              <a:extLst>
                <a:ext uri="{FF2B5EF4-FFF2-40B4-BE49-F238E27FC236}">
                  <a16:creationId xmlns:a16="http://schemas.microsoft.com/office/drawing/2014/main" id="{1451A12C-A300-D2AE-B521-B34CCD1BED0E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5;p9">
              <a:extLst>
                <a:ext uri="{FF2B5EF4-FFF2-40B4-BE49-F238E27FC236}">
                  <a16:creationId xmlns:a16="http://schemas.microsoft.com/office/drawing/2014/main" id="{2140C896-6C2F-10C8-3071-DA49553B8ADF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6;p9">
              <a:extLst>
                <a:ext uri="{FF2B5EF4-FFF2-40B4-BE49-F238E27FC236}">
                  <a16:creationId xmlns:a16="http://schemas.microsoft.com/office/drawing/2014/main" id="{D8885E50-0F08-CF8B-3431-6DE4876DB812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7;p9">
              <a:extLst>
                <a:ext uri="{FF2B5EF4-FFF2-40B4-BE49-F238E27FC236}">
                  <a16:creationId xmlns:a16="http://schemas.microsoft.com/office/drawing/2014/main" id="{CE003C58-4CBA-0167-C7D5-F180F6355918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8;p9">
              <a:extLst>
                <a:ext uri="{FF2B5EF4-FFF2-40B4-BE49-F238E27FC236}">
                  <a16:creationId xmlns:a16="http://schemas.microsoft.com/office/drawing/2014/main" id="{4A5C70EC-DCDD-01D4-3209-CFCC876D62FA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79;p9">
              <a:extLst>
                <a:ext uri="{FF2B5EF4-FFF2-40B4-BE49-F238E27FC236}">
                  <a16:creationId xmlns:a16="http://schemas.microsoft.com/office/drawing/2014/main" id="{D9EE6F68-6E09-B114-C432-D558B126A976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0;p9">
              <a:extLst>
                <a:ext uri="{FF2B5EF4-FFF2-40B4-BE49-F238E27FC236}">
                  <a16:creationId xmlns:a16="http://schemas.microsoft.com/office/drawing/2014/main" id="{F8A55910-2C0E-23B1-AA4A-93920E6E2471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1;p9">
              <a:extLst>
                <a:ext uri="{FF2B5EF4-FFF2-40B4-BE49-F238E27FC236}">
                  <a16:creationId xmlns:a16="http://schemas.microsoft.com/office/drawing/2014/main" id="{067A75EE-D970-65E5-0411-0AC5A2AE5585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2;p9">
              <a:extLst>
                <a:ext uri="{FF2B5EF4-FFF2-40B4-BE49-F238E27FC236}">
                  <a16:creationId xmlns:a16="http://schemas.microsoft.com/office/drawing/2014/main" id="{A1452503-DEC4-DB6F-78CA-0CA260BF1E02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3;p9">
              <a:extLst>
                <a:ext uri="{FF2B5EF4-FFF2-40B4-BE49-F238E27FC236}">
                  <a16:creationId xmlns:a16="http://schemas.microsoft.com/office/drawing/2014/main" id="{6948D362-30EC-6F85-CED7-6DEC247FA33C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4;p9">
              <a:extLst>
                <a:ext uri="{FF2B5EF4-FFF2-40B4-BE49-F238E27FC236}">
                  <a16:creationId xmlns:a16="http://schemas.microsoft.com/office/drawing/2014/main" id="{DD3326FC-D266-7650-3564-4121F1ABD003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5;p9">
              <a:extLst>
                <a:ext uri="{FF2B5EF4-FFF2-40B4-BE49-F238E27FC236}">
                  <a16:creationId xmlns:a16="http://schemas.microsoft.com/office/drawing/2014/main" id="{82300526-751F-39B8-F28D-D72D60169C7D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6;p9">
              <a:extLst>
                <a:ext uri="{FF2B5EF4-FFF2-40B4-BE49-F238E27FC236}">
                  <a16:creationId xmlns:a16="http://schemas.microsoft.com/office/drawing/2014/main" id="{B187FB59-E56B-CC5D-5C98-34967F83CB47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7;p9">
              <a:extLst>
                <a:ext uri="{FF2B5EF4-FFF2-40B4-BE49-F238E27FC236}">
                  <a16:creationId xmlns:a16="http://schemas.microsoft.com/office/drawing/2014/main" id="{E9A7662E-B0AA-31D9-A39C-FA496B4A6DD2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8;p9">
              <a:extLst>
                <a:ext uri="{FF2B5EF4-FFF2-40B4-BE49-F238E27FC236}">
                  <a16:creationId xmlns:a16="http://schemas.microsoft.com/office/drawing/2014/main" id="{A9EA696B-7D92-D86C-5123-A35B42F9E949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89;p9">
              <a:extLst>
                <a:ext uri="{FF2B5EF4-FFF2-40B4-BE49-F238E27FC236}">
                  <a16:creationId xmlns:a16="http://schemas.microsoft.com/office/drawing/2014/main" id="{0868C812-B08A-363A-2A74-EED3DDD9F3EA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0;p9">
              <a:extLst>
                <a:ext uri="{FF2B5EF4-FFF2-40B4-BE49-F238E27FC236}">
                  <a16:creationId xmlns:a16="http://schemas.microsoft.com/office/drawing/2014/main" id="{0AFDB3A3-6AFF-934A-9A1E-76D7C94D7EC0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1;p9">
              <a:extLst>
                <a:ext uri="{FF2B5EF4-FFF2-40B4-BE49-F238E27FC236}">
                  <a16:creationId xmlns:a16="http://schemas.microsoft.com/office/drawing/2014/main" id="{573E75E6-3F99-9247-F5F4-55D1B6A11952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2;p9">
              <a:extLst>
                <a:ext uri="{FF2B5EF4-FFF2-40B4-BE49-F238E27FC236}">
                  <a16:creationId xmlns:a16="http://schemas.microsoft.com/office/drawing/2014/main" id="{45C45969-9B3C-727F-5148-B02950E8FECA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3;p9">
              <a:extLst>
                <a:ext uri="{FF2B5EF4-FFF2-40B4-BE49-F238E27FC236}">
                  <a16:creationId xmlns:a16="http://schemas.microsoft.com/office/drawing/2014/main" id="{20097AE8-E97F-3D3A-52AB-1C58F506F601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4;p9">
              <a:extLst>
                <a:ext uri="{FF2B5EF4-FFF2-40B4-BE49-F238E27FC236}">
                  <a16:creationId xmlns:a16="http://schemas.microsoft.com/office/drawing/2014/main" id="{1607CF89-81F7-4EA3-7D55-1801BE8F4F13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395;p9">
              <a:extLst>
                <a:ext uri="{FF2B5EF4-FFF2-40B4-BE49-F238E27FC236}">
                  <a16:creationId xmlns:a16="http://schemas.microsoft.com/office/drawing/2014/main" id="{FB4B76AC-BC93-E9C5-07DA-FF10C18374A3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2" name="Text Placeholder 121">
            <a:extLst>
              <a:ext uri="{FF2B5EF4-FFF2-40B4-BE49-F238E27FC236}">
                <a16:creationId xmlns:a16="http://schemas.microsoft.com/office/drawing/2014/main" id="{1132BEB2-744C-0917-B41C-320A659703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88769" y="493428"/>
            <a:ext cx="14029459" cy="1013664"/>
          </a:xfrm>
        </p:spPr>
        <p:txBody>
          <a:bodyPr/>
          <a:lstStyle/>
          <a:p>
            <a:pPr algn="r">
              <a:lnSpc>
                <a:spcPct val="150000"/>
              </a:lnSpc>
            </a:pPr>
            <a:r>
              <a:rPr lang="fa-IR" sz="3600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                   </a:t>
            </a:r>
            <a:r>
              <a:rPr lang="fa-IR" sz="4400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حضرت فاطِمه </a:t>
            </a:r>
            <a:r>
              <a:rPr lang="fa-IR" sz="2800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سَلامُ اللّه عَلیها                                                 </a:t>
            </a:r>
            <a:r>
              <a:rPr lang="fa-IR" sz="4400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مِحور خلقت است. </a:t>
            </a:r>
            <a:endParaRPr lang="fa-IR" sz="3600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  <a:p>
            <a:endParaRPr lang="en-US" sz="6000" dirty="0">
              <a:solidFill>
                <a:srgbClr val="0070C0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A520021-6767-F261-6425-B0A9B7850D4A}"/>
              </a:ext>
            </a:extLst>
          </p:cNvPr>
          <p:cNvSpPr txBox="1">
            <a:spLocks/>
          </p:cNvSpPr>
          <p:nvPr/>
        </p:nvSpPr>
        <p:spPr>
          <a:xfrm>
            <a:off x="308264" y="1358363"/>
            <a:ext cx="11575472" cy="16178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600" b="1" kern="1200" baseline="0">
                <a:solidFill>
                  <a:schemeClr val="bg1"/>
                </a:solidFill>
                <a:latin typeface="+mn-lt"/>
                <a:ea typeface="+mn-ea"/>
                <a:cs typeface="B Mitra" panose="00000400000000000000" pitchFamily="2" charset="-78"/>
              </a:defRPr>
            </a:lvl1pPr>
            <a:lvl2pPr marL="6858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bg1"/>
                </a:solidFill>
                <a:latin typeface="+mn-lt"/>
                <a:ea typeface="+mn-ea"/>
                <a:cs typeface="B Mitra" panose="00000400000000000000" pitchFamily="2" charset="-78"/>
              </a:defRPr>
            </a:lvl2pPr>
            <a:lvl3pPr marL="11430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B Mitra" panose="00000400000000000000" pitchFamily="2" charset="-78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a-IR" sz="1600" dirty="0">
              <a:cs typeface="B Titr" panose="00000700000000000000" pitchFamily="2" charset="-78"/>
            </a:endParaRPr>
          </a:p>
          <a:p>
            <a:pPr algn="ctr"/>
            <a:endParaRPr lang="fa-IR" sz="3600" dirty="0">
              <a:cs typeface="B Titr" panose="00000700000000000000" pitchFamily="2" charset="-78"/>
            </a:endParaRPr>
          </a:p>
          <a:p>
            <a:pPr algn="ctr"/>
            <a:r>
              <a:rPr lang="fa-IR" sz="3600" dirty="0">
                <a:cs typeface="B Titr" panose="00000700000000000000" pitchFamily="2" charset="-78"/>
              </a:rPr>
              <a:t>آنان خاندان نبوت و معدن رسالت هستند.</a:t>
            </a:r>
          </a:p>
          <a:p>
            <a:pPr algn="ctr"/>
            <a:r>
              <a:rPr lang="fa-IR" sz="3600" dirty="0">
                <a:cs typeface="B Titr" panose="00000700000000000000" pitchFamily="2" charset="-78"/>
              </a:rPr>
              <a:t>و مِحور همه آنها حضرت فاطِمه </a:t>
            </a:r>
            <a:r>
              <a:rPr lang="fa-IR" sz="2400" dirty="0">
                <a:cs typeface="B Titr" panose="00000700000000000000" pitchFamily="2" charset="-78"/>
              </a:rPr>
              <a:t>سَلامُ اللّه عَلیها </a:t>
            </a:r>
            <a:r>
              <a:rPr lang="fa-IR" sz="3600" dirty="0">
                <a:cs typeface="B Titr" panose="00000700000000000000" pitchFamily="2" charset="-78"/>
              </a:rPr>
              <a:t>است.</a:t>
            </a:r>
          </a:p>
          <a:p>
            <a:pPr algn="ctr"/>
            <a:r>
              <a:rPr lang="fa-IR" sz="3600" dirty="0">
                <a:solidFill>
                  <a:srgbClr val="FFFF00"/>
                </a:solidFill>
                <a:cs typeface="B Titr" panose="00000700000000000000" pitchFamily="2" charset="-78"/>
              </a:rPr>
              <a:t>فاطِمه </a:t>
            </a:r>
            <a:r>
              <a:rPr lang="fa-IR" sz="2400" dirty="0">
                <a:solidFill>
                  <a:srgbClr val="FFFF0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3600" dirty="0">
                <a:cs typeface="B Titr" panose="00000700000000000000" pitchFamily="2" charset="-78"/>
              </a:rPr>
              <a:t>و پدرایشان </a:t>
            </a:r>
          </a:p>
          <a:p>
            <a:pPr algn="ctr"/>
            <a:r>
              <a:rPr lang="fa-IR" sz="3600" dirty="0">
                <a:solidFill>
                  <a:srgbClr val="FFFF00"/>
                </a:solidFill>
                <a:cs typeface="B Titr" panose="00000700000000000000" pitchFamily="2" charset="-78"/>
              </a:rPr>
              <a:t>فاطِمه </a:t>
            </a:r>
            <a:r>
              <a:rPr lang="fa-IR" sz="2400" dirty="0">
                <a:solidFill>
                  <a:srgbClr val="FFFF0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3600" dirty="0">
                <a:cs typeface="B Titr" panose="00000700000000000000" pitchFamily="2" charset="-78"/>
              </a:rPr>
              <a:t>و همسر ایشان</a:t>
            </a:r>
          </a:p>
          <a:p>
            <a:pPr algn="ctr"/>
            <a:r>
              <a:rPr lang="fa-IR" sz="3600" dirty="0">
                <a:solidFill>
                  <a:srgbClr val="FFFF00"/>
                </a:solidFill>
                <a:cs typeface="B Titr" panose="00000700000000000000" pitchFamily="2" charset="-78"/>
              </a:rPr>
              <a:t>فاطِمه </a:t>
            </a:r>
            <a:r>
              <a:rPr lang="fa-IR" sz="2400" dirty="0">
                <a:solidFill>
                  <a:srgbClr val="FFFF0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3600" dirty="0">
                <a:cs typeface="B Titr" panose="00000700000000000000" pitchFamily="2" charset="-78"/>
              </a:rPr>
              <a:t>و دو فرزند ایشان</a:t>
            </a:r>
            <a:endParaRPr lang="fa-IR" sz="1600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2448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3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C2EC-0BEF-F6CF-7669-9E46C217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9;p9">
            <a:extLst>
              <a:ext uri="{FF2B5EF4-FFF2-40B4-BE49-F238E27FC236}">
                <a16:creationId xmlns:a16="http://schemas.microsoft.com/office/drawing/2014/main" id="{B7D660F0-4C81-A44F-84C3-BDF6635BAEBB}"/>
              </a:ext>
            </a:extLst>
          </p:cNvPr>
          <p:cNvGrpSpPr/>
          <p:nvPr/>
        </p:nvGrpSpPr>
        <p:grpSpPr>
          <a:xfrm flipH="1">
            <a:off x="8331996" y="3508849"/>
            <a:ext cx="3814910" cy="3405260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7" name="Google Shape;340;p9">
              <a:extLst>
                <a:ext uri="{FF2B5EF4-FFF2-40B4-BE49-F238E27FC236}">
                  <a16:creationId xmlns:a16="http://schemas.microsoft.com/office/drawing/2014/main" id="{19764CBC-0730-7DED-12D9-549E305C9755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341;p9">
              <a:extLst>
                <a:ext uri="{FF2B5EF4-FFF2-40B4-BE49-F238E27FC236}">
                  <a16:creationId xmlns:a16="http://schemas.microsoft.com/office/drawing/2014/main" id="{E641A092-4DFC-EF98-C18D-492FBABEE359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342;p9">
              <a:extLst>
                <a:ext uri="{FF2B5EF4-FFF2-40B4-BE49-F238E27FC236}">
                  <a16:creationId xmlns:a16="http://schemas.microsoft.com/office/drawing/2014/main" id="{89DA22DD-1324-B668-9D7A-B955151A8EB6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343;p9">
              <a:extLst>
                <a:ext uri="{FF2B5EF4-FFF2-40B4-BE49-F238E27FC236}">
                  <a16:creationId xmlns:a16="http://schemas.microsoft.com/office/drawing/2014/main" id="{B76C7F61-1BCD-F341-113C-1CDC5AB272CB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344;p9">
              <a:extLst>
                <a:ext uri="{FF2B5EF4-FFF2-40B4-BE49-F238E27FC236}">
                  <a16:creationId xmlns:a16="http://schemas.microsoft.com/office/drawing/2014/main" id="{7CC6A253-464E-639D-EA67-DD5C1D87030E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345;p9">
              <a:extLst>
                <a:ext uri="{FF2B5EF4-FFF2-40B4-BE49-F238E27FC236}">
                  <a16:creationId xmlns:a16="http://schemas.microsoft.com/office/drawing/2014/main" id="{657240A9-A70F-AA34-A5E7-5E321E154029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346;p9">
              <a:extLst>
                <a:ext uri="{FF2B5EF4-FFF2-40B4-BE49-F238E27FC236}">
                  <a16:creationId xmlns:a16="http://schemas.microsoft.com/office/drawing/2014/main" id="{EF59F619-2CC6-E1ED-87EB-9CF2DD3D9B1B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347;p9">
              <a:extLst>
                <a:ext uri="{FF2B5EF4-FFF2-40B4-BE49-F238E27FC236}">
                  <a16:creationId xmlns:a16="http://schemas.microsoft.com/office/drawing/2014/main" id="{3D0BB7D5-58CA-3293-C6CC-EFA54B1801B3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348;p9">
              <a:extLst>
                <a:ext uri="{FF2B5EF4-FFF2-40B4-BE49-F238E27FC236}">
                  <a16:creationId xmlns:a16="http://schemas.microsoft.com/office/drawing/2014/main" id="{C5B3E1D4-0492-98EB-8CCD-C97FAC86EF7C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349;p9">
              <a:extLst>
                <a:ext uri="{FF2B5EF4-FFF2-40B4-BE49-F238E27FC236}">
                  <a16:creationId xmlns:a16="http://schemas.microsoft.com/office/drawing/2014/main" id="{2C56A253-9064-89F2-10C6-96476A6CC065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350;p9">
              <a:extLst>
                <a:ext uri="{FF2B5EF4-FFF2-40B4-BE49-F238E27FC236}">
                  <a16:creationId xmlns:a16="http://schemas.microsoft.com/office/drawing/2014/main" id="{A79CA64C-4A53-E639-878A-4E0D870B8CF5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351;p9">
              <a:extLst>
                <a:ext uri="{FF2B5EF4-FFF2-40B4-BE49-F238E27FC236}">
                  <a16:creationId xmlns:a16="http://schemas.microsoft.com/office/drawing/2014/main" id="{5A9FABEA-929D-DCE2-A375-5864D2832C88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352;p9">
              <a:extLst>
                <a:ext uri="{FF2B5EF4-FFF2-40B4-BE49-F238E27FC236}">
                  <a16:creationId xmlns:a16="http://schemas.microsoft.com/office/drawing/2014/main" id="{8F840568-078B-194A-C6D9-168A97000DC0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353;p9">
              <a:extLst>
                <a:ext uri="{FF2B5EF4-FFF2-40B4-BE49-F238E27FC236}">
                  <a16:creationId xmlns:a16="http://schemas.microsoft.com/office/drawing/2014/main" id="{7F1E8079-02F2-CD2D-250B-F7BB07DF74BA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354;p9">
              <a:extLst>
                <a:ext uri="{FF2B5EF4-FFF2-40B4-BE49-F238E27FC236}">
                  <a16:creationId xmlns:a16="http://schemas.microsoft.com/office/drawing/2014/main" id="{BCACA4AA-306A-8998-0E5E-779AC03C95C4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355;p9">
              <a:extLst>
                <a:ext uri="{FF2B5EF4-FFF2-40B4-BE49-F238E27FC236}">
                  <a16:creationId xmlns:a16="http://schemas.microsoft.com/office/drawing/2014/main" id="{493DCA59-1107-04EB-57B4-2A3CD55E6416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356;p9">
              <a:extLst>
                <a:ext uri="{FF2B5EF4-FFF2-40B4-BE49-F238E27FC236}">
                  <a16:creationId xmlns:a16="http://schemas.microsoft.com/office/drawing/2014/main" id="{62D7A417-F251-BFDA-B5EB-32440CBB7A86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357;p9">
              <a:extLst>
                <a:ext uri="{FF2B5EF4-FFF2-40B4-BE49-F238E27FC236}">
                  <a16:creationId xmlns:a16="http://schemas.microsoft.com/office/drawing/2014/main" id="{9A824142-CA62-6591-2C77-4110BECFF93A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358;p9">
              <a:extLst>
                <a:ext uri="{FF2B5EF4-FFF2-40B4-BE49-F238E27FC236}">
                  <a16:creationId xmlns:a16="http://schemas.microsoft.com/office/drawing/2014/main" id="{FC29E56C-EACD-ED31-F034-0C65C7BD8AF7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359;p9">
              <a:extLst>
                <a:ext uri="{FF2B5EF4-FFF2-40B4-BE49-F238E27FC236}">
                  <a16:creationId xmlns:a16="http://schemas.microsoft.com/office/drawing/2014/main" id="{C93F1387-98E7-ACFA-3A50-5252E9CAE3A2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360;p9">
              <a:extLst>
                <a:ext uri="{FF2B5EF4-FFF2-40B4-BE49-F238E27FC236}">
                  <a16:creationId xmlns:a16="http://schemas.microsoft.com/office/drawing/2014/main" id="{EA514C81-1FFD-7C05-E5CB-7075D1E8F3DC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361;p9">
              <a:extLst>
                <a:ext uri="{FF2B5EF4-FFF2-40B4-BE49-F238E27FC236}">
                  <a16:creationId xmlns:a16="http://schemas.microsoft.com/office/drawing/2014/main" id="{3B9BDD6C-E8CD-B89B-DE72-96CB69978E4D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62;p9">
              <a:extLst>
                <a:ext uri="{FF2B5EF4-FFF2-40B4-BE49-F238E27FC236}">
                  <a16:creationId xmlns:a16="http://schemas.microsoft.com/office/drawing/2014/main" id="{856EDE33-F97F-782B-3CFD-7D5549966663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63;p9">
              <a:extLst>
                <a:ext uri="{FF2B5EF4-FFF2-40B4-BE49-F238E27FC236}">
                  <a16:creationId xmlns:a16="http://schemas.microsoft.com/office/drawing/2014/main" id="{DAD7F6FE-FF1E-9679-8586-FF67C3560EAB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64;p9">
              <a:extLst>
                <a:ext uri="{FF2B5EF4-FFF2-40B4-BE49-F238E27FC236}">
                  <a16:creationId xmlns:a16="http://schemas.microsoft.com/office/drawing/2014/main" id="{48B2F7FC-5BA7-6EB4-9D4F-32DE950138BA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65;p9">
              <a:extLst>
                <a:ext uri="{FF2B5EF4-FFF2-40B4-BE49-F238E27FC236}">
                  <a16:creationId xmlns:a16="http://schemas.microsoft.com/office/drawing/2014/main" id="{ED552C98-9A53-035D-B88A-867CF9EF2D5D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66;p9">
              <a:extLst>
                <a:ext uri="{FF2B5EF4-FFF2-40B4-BE49-F238E27FC236}">
                  <a16:creationId xmlns:a16="http://schemas.microsoft.com/office/drawing/2014/main" id="{6B14B1D4-7B25-D9BD-BC74-DF84EE790202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67;p9">
              <a:extLst>
                <a:ext uri="{FF2B5EF4-FFF2-40B4-BE49-F238E27FC236}">
                  <a16:creationId xmlns:a16="http://schemas.microsoft.com/office/drawing/2014/main" id="{5B106A0F-51F6-15A1-3AB4-64BD1179C828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8;p9">
              <a:extLst>
                <a:ext uri="{FF2B5EF4-FFF2-40B4-BE49-F238E27FC236}">
                  <a16:creationId xmlns:a16="http://schemas.microsoft.com/office/drawing/2014/main" id="{174005D7-B932-BD2D-0F74-FE1C248EFF3A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69;p9">
              <a:extLst>
                <a:ext uri="{FF2B5EF4-FFF2-40B4-BE49-F238E27FC236}">
                  <a16:creationId xmlns:a16="http://schemas.microsoft.com/office/drawing/2014/main" id="{9B2FD38B-5963-B581-6B18-42D6EA52C3F1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70;p9">
              <a:extLst>
                <a:ext uri="{FF2B5EF4-FFF2-40B4-BE49-F238E27FC236}">
                  <a16:creationId xmlns:a16="http://schemas.microsoft.com/office/drawing/2014/main" id="{23418D68-BA1E-AC8E-4247-9C62551A8DC5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71;p9">
              <a:extLst>
                <a:ext uri="{FF2B5EF4-FFF2-40B4-BE49-F238E27FC236}">
                  <a16:creationId xmlns:a16="http://schemas.microsoft.com/office/drawing/2014/main" id="{AA2E0F8F-6E71-7B3E-53B4-E83D71F368BF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372;p9">
              <a:extLst>
                <a:ext uri="{FF2B5EF4-FFF2-40B4-BE49-F238E27FC236}">
                  <a16:creationId xmlns:a16="http://schemas.microsoft.com/office/drawing/2014/main" id="{76708355-5821-496F-4726-0284424BB19C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373;p9">
              <a:extLst>
                <a:ext uri="{FF2B5EF4-FFF2-40B4-BE49-F238E27FC236}">
                  <a16:creationId xmlns:a16="http://schemas.microsoft.com/office/drawing/2014/main" id="{D0EF8A3B-CDC7-AD9B-06E5-A55D74E246B4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374;p9">
              <a:extLst>
                <a:ext uri="{FF2B5EF4-FFF2-40B4-BE49-F238E27FC236}">
                  <a16:creationId xmlns:a16="http://schemas.microsoft.com/office/drawing/2014/main" id="{151EDBEE-F27A-A3B0-06C4-24C97F9FB12D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375;p9">
              <a:extLst>
                <a:ext uri="{FF2B5EF4-FFF2-40B4-BE49-F238E27FC236}">
                  <a16:creationId xmlns:a16="http://schemas.microsoft.com/office/drawing/2014/main" id="{2397DDF8-1C2F-740A-EEB3-39A4CF336664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376;p9">
              <a:extLst>
                <a:ext uri="{FF2B5EF4-FFF2-40B4-BE49-F238E27FC236}">
                  <a16:creationId xmlns:a16="http://schemas.microsoft.com/office/drawing/2014/main" id="{2F30179A-EC53-D7ED-2D7A-33D0E548BA11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377;p9">
              <a:extLst>
                <a:ext uri="{FF2B5EF4-FFF2-40B4-BE49-F238E27FC236}">
                  <a16:creationId xmlns:a16="http://schemas.microsoft.com/office/drawing/2014/main" id="{321C1E16-894C-56CF-05AB-754A2F0A61A5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378;p9">
              <a:extLst>
                <a:ext uri="{FF2B5EF4-FFF2-40B4-BE49-F238E27FC236}">
                  <a16:creationId xmlns:a16="http://schemas.microsoft.com/office/drawing/2014/main" id="{D68E0398-B9C9-4B90-6A3B-A401A293936D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379;p9">
              <a:extLst>
                <a:ext uri="{FF2B5EF4-FFF2-40B4-BE49-F238E27FC236}">
                  <a16:creationId xmlns:a16="http://schemas.microsoft.com/office/drawing/2014/main" id="{414C2224-EAD2-B4FC-3C8A-8B6307F07B03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380;p9">
              <a:extLst>
                <a:ext uri="{FF2B5EF4-FFF2-40B4-BE49-F238E27FC236}">
                  <a16:creationId xmlns:a16="http://schemas.microsoft.com/office/drawing/2014/main" id="{538E7CA1-B947-1474-753C-90296FB6331D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381;p9">
              <a:extLst>
                <a:ext uri="{FF2B5EF4-FFF2-40B4-BE49-F238E27FC236}">
                  <a16:creationId xmlns:a16="http://schemas.microsoft.com/office/drawing/2014/main" id="{21909A34-3584-034F-83C8-BE11EE998D6B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382;p9">
              <a:extLst>
                <a:ext uri="{FF2B5EF4-FFF2-40B4-BE49-F238E27FC236}">
                  <a16:creationId xmlns:a16="http://schemas.microsoft.com/office/drawing/2014/main" id="{437B0A59-4D81-ED93-CD5B-5E3AC9B57C2C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383;p9">
              <a:extLst>
                <a:ext uri="{FF2B5EF4-FFF2-40B4-BE49-F238E27FC236}">
                  <a16:creationId xmlns:a16="http://schemas.microsoft.com/office/drawing/2014/main" id="{27F2DD6C-7F28-BA00-D6C2-F8C9CB0B3874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384;p9">
              <a:extLst>
                <a:ext uri="{FF2B5EF4-FFF2-40B4-BE49-F238E27FC236}">
                  <a16:creationId xmlns:a16="http://schemas.microsoft.com/office/drawing/2014/main" id="{ABCB9572-02A0-7047-5E4C-A845B365FA3E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385;p9">
              <a:extLst>
                <a:ext uri="{FF2B5EF4-FFF2-40B4-BE49-F238E27FC236}">
                  <a16:creationId xmlns:a16="http://schemas.microsoft.com/office/drawing/2014/main" id="{8F759AB3-DDCF-BAF6-FB9D-8C9B21AA57EC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386;p9">
              <a:extLst>
                <a:ext uri="{FF2B5EF4-FFF2-40B4-BE49-F238E27FC236}">
                  <a16:creationId xmlns:a16="http://schemas.microsoft.com/office/drawing/2014/main" id="{BC12C1D1-39AF-57DE-E4EC-6EEB4FBBD687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387;p9">
              <a:extLst>
                <a:ext uri="{FF2B5EF4-FFF2-40B4-BE49-F238E27FC236}">
                  <a16:creationId xmlns:a16="http://schemas.microsoft.com/office/drawing/2014/main" id="{B18B6140-56F7-2178-F072-A972CC0D2BB2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388;p9">
              <a:extLst>
                <a:ext uri="{FF2B5EF4-FFF2-40B4-BE49-F238E27FC236}">
                  <a16:creationId xmlns:a16="http://schemas.microsoft.com/office/drawing/2014/main" id="{5584B84E-19FD-48A6-9E0E-23C70B747A36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389;p9">
              <a:extLst>
                <a:ext uri="{FF2B5EF4-FFF2-40B4-BE49-F238E27FC236}">
                  <a16:creationId xmlns:a16="http://schemas.microsoft.com/office/drawing/2014/main" id="{D183DD5A-AE77-9270-D2DE-BB7145FFF45E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390;p9">
              <a:extLst>
                <a:ext uri="{FF2B5EF4-FFF2-40B4-BE49-F238E27FC236}">
                  <a16:creationId xmlns:a16="http://schemas.microsoft.com/office/drawing/2014/main" id="{C87528F0-8A7E-DBAA-C841-828ABD4925B4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391;p9">
              <a:extLst>
                <a:ext uri="{FF2B5EF4-FFF2-40B4-BE49-F238E27FC236}">
                  <a16:creationId xmlns:a16="http://schemas.microsoft.com/office/drawing/2014/main" id="{29638875-4742-0A19-2EC7-F7012ADDD2B5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392;p9">
              <a:extLst>
                <a:ext uri="{FF2B5EF4-FFF2-40B4-BE49-F238E27FC236}">
                  <a16:creationId xmlns:a16="http://schemas.microsoft.com/office/drawing/2014/main" id="{B2F47F32-CB07-81FA-BE76-B235F568D811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393;p9">
              <a:extLst>
                <a:ext uri="{FF2B5EF4-FFF2-40B4-BE49-F238E27FC236}">
                  <a16:creationId xmlns:a16="http://schemas.microsoft.com/office/drawing/2014/main" id="{A9273597-6C06-53DA-91F6-721BCB25EEAF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394;p9">
              <a:extLst>
                <a:ext uri="{FF2B5EF4-FFF2-40B4-BE49-F238E27FC236}">
                  <a16:creationId xmlns:a16="http://schemas.microsoft.com/office/drawing/2014/main" id="{21733CB7-78CB-D039-9724-C013D06A73E8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395;p9">
              <a:extLst>
                <a:ext uri="{FF2B5EF4-FFF2-40B4-BE49-F238E27FC236}">
                  <a16:creationId xmlns:a16="http://schemas.microsoft.com/office/drawing/2014/main" id="{09142D4C-1830-8B0E-A5B2-AD322622BD9F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" name="Google Shape;339;p9">
            <a:extLst>
              <a:ext uri="{FF2B5EF4-FFF2-40B4-BE49-F238E27FC236}">
                <a16:creationId xmlns:a16="http://schemas.microsoft.com/office/drawing/2014/main" id="{4CA941C2-CF10-554C-6005-B6AFA1616231}"/>
              </a:ext>
            </a:extLst>
          </p:cNvPr>
          <p:cNvGrpSpPr/>
          <p:nvPr/>
        </p:nvGrpSpPr>
        <p:grpSpPr>
          <a:xfrm flipV="1">
            <a:off x="45094" y="258"/>
            <a:ext cx="4196911" cy="3746242"/>
            <a:chOff x="9" y="479723"/>
            <a:chExt cx="4811899" cy="4649000"/>
          </a:xfrm>
          <a:solidFill>
            <a:srgbClr val="FCFDF8">
              <a:alpha val="15000"/>
            </a:srgbClr>
          </a:solidFill>
        </p:grpSpPr>
        <p:sp>
          <p:nvSpPr>
            <p:cNvPr id="65" name="Google Shape;340;p9">
              <a:extLst>
                <a:ext uri="{FF2B5EF4-FFF2-40B4-BE49-F238E27FC236}">
                  <a16:creationId xmlns:a16="http://schemas.microsoft.com/office/drawing/2014/main" id="{99970718-596A-6610-99A9-DECA56565F49}"/>
                </a:ext>
              </a:extLst>
            </p:cNvPr>
            <p:cNvSpPr/>
            <p:nvPr/>
          </p:nvSpPr>
          <p:spPr>
            <a:xfrm>
              <a:off x="288978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096" y="2512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5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8" y="8287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8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341;p9">
              <a:extLst>
                <a:ext uri="{FF2B5EF4-FFF2-40B4-BE49-F238E27FC236}">
                  <a16:creationId xmlns:a16="http://schemas.microsoft.com/office/drawing/2014/main" id="{A209FC28-7F84-9EC7-CCFB-538667BCAACE}"/>
                </a:ext>
              </a:extLst>
            </p:cNvPr>
            <p:cNvSpPr/>
            <p:nvPr/>
          </p:nvSpPr>
          <p:spPr>
            <a:xfrm>
              <a:off x="288978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096" y="2525"/>
                  </a:lnTo>
                  <a:lnTo>
                    <a:pt x="7096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25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342;p9">
              <a:extLst>
                <a:ext uri="{FF2B5EF4-FFF2-40B4-BE49-F238E27FC236}">
                  <a16:creationId xmlns:a16="http://schemas.microsoft.com/office/drawing/2014/main" id="{ABD3E57D-1841-70F1-6BF7-75E60C6055E2}"/>
                </a:ext>
              </a:extLst>
            </p:cNvPr>
            <p:cNvSpPr/>
            <p:nvPr/>
          </p:nvSpPr>
          <p:spPr>
            <a:xfrm>
              <a:off x="288978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096" y="2512"/>
                  </a:lnTo>
                  <a:lnTo>
                    <a:pt x="7096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5" y="1238"/>
                  </a:moveTo>
                  <a:lnTo>
                    <a:pt x="10680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5" y="1238"/>
                  </a:lnTo>
                  <a:close/>
                  <a:moveTo>
                    <a:pt x="11371" y="4132"/>
                  </a:moveTo>
                  <a:lnTo>
                    <a:pt x="13704" y="4739"/>
                  </a:lnTo>
                  <a:lnTo>
                    <a:pt x="12430" y="6882"/>
                  </a:lnTo>
                  <a:lnTo>
                    <a:pt x="8525" y="6882"/>
                  </a:lnTo>
                  <a:lnTo>
                    <a:pt x="11371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89" y="6894"/>
                  </a:lnTo>
                  <a:lnTo>
                    <a:pt x="1262" y="4858"/>
                  </a:lnTo>
                  <a:lnTo>
                    <a:pt x="3727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4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74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343;p9">
              <a:extLst>
                <a:ext uri="{FF2B5EF4-FFF2-40B4-BE49-F238E27FC236}">
                  <a16:creationId xmlns:a16="http://schemas.microsoft.com/office/drawing/2014/main" id="{F2FACA9A-66DE-4F1C-9E7B-79564627735C}"/>
                </a:ext>
              </a:extLst>
            </p:cNvPr>
            <p:cNvSpPr/>
            <p:nvPr/>
          </p:nvSpPr>
          <p:spPr>
            <a:xfrm>
              <a:off x="2889407" y="4664010"/>
              <a:ext cx="479122" cy="464712"/>
            </a:xfrm>
            <a:custGeom>
              <a:avLst/>
              <a:gdLst/>
              <a:ahLst/>
              <a:cxnLst/>
              <a:rect l="l" t="t" r="r" b="b"/>
              <a:pathLst>
                <a:path w="15062" h="14609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1"/>
                  </a:lnTo>
                  <a:lnTo>
                    <a:pt x="7930" y="6310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11395" y="4120"/>
                  </a:moveTo>
                  <a:lnTo>
                    <a:pt x="13728" y="4727"/>
                  </a:lnTo>
                  <a:lnTo>
                    <a:pt x="12454" y="6870"/>
                  </a:lnTo>
                  <a:lnTo>
                    <a:pt x="8537" y="6870"/>
                  </a:lnTo>
                  <a:lnTo>
                    <a:pt x="11395" y="4120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2562" y="7703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3"/>
                  </a:lnTo>
                  <a:close/>
                  <a:moveTo>
                    <a:pt x="6513" y="7703"/>
                  </a:moveTo>
                  <a:lnTo>
                    <a:pt x="3668" y="10466"/>
                  </a:lnTo>
                  <a:lnTo>
                    <a:pt x="1334" y="9846"/>
                  </a:lnTo>
                  <a:lnTo>
                    <a:pt x="2596" y="7703"/>
                  </a:lnTo>
                  <a:close/>
                  <a:moveTo>
                    <a:pt x="7942" y="8275"/>
                  </a:moveTo>
                  <a:lnTo>
                    <a:pt x="10788" y="11025"/>
                  </a:lnTo>
                  <a:lnTo>
                    <a:pt x="10156" y="13299"/>
                  </a:lnTo>
                  <a:lnTo>
                    <a:pt x="7942" y="12073"/>
                  </a:lnTo>
                  <a:lnTo>
                    <a:pt x="7942" y="8275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0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65" y="9644"/>
                  </a:lnTo>
                  <a:lnTo>
                    <a:pt x="60" y="10370"/>
                  </a:lnTo>
                  <a:lnTo>
                    <a:pt x="905" y="10597"/>
                  </a:lnTo>
                  <a:lnTo>
                    <a:pt x="3572" y="11299"/>
                  </a:lnTo>
                  <a:lnTo>
                    <a:pt x="4251" y="13787"/>
                  </a:lnTo>
                  <a:lnTo>
                    <a:pt x="4477" y="14609"/>
                  </a:lnTo>
                  <a:lnTo>
                    <a:pt x="5239" y="14192"/>
                  </a:lnTo>
                  <a:lnTo>
                    <a:pt x="7632" y="12859"/>
                  </a:lnTo>
                  <a:lnTo>
                    <a:pt x="9942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62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2"/>
                  </a:lnTo>
                  <a:lnTo>
                    <a:pt x="11502" y="3310"/>
                  </a:lnTo>
                  <a:lnTo>
                    <a:pt x="10811" y="810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344;p9">
              <a:extLst>
                <a:ext uri="{FF2B5EF4-FFF2-40B4-BE49-F238E27FC236}">
                  <a16:creationId xmlns:a16="http://schemas.microsoft.com/office/drawing/2014/main" id="{C756886B-D986-FE0A-9744-B6FE8A4ACE08}"/>
                </a:ext>
              </a:extLst>
            </p:cNvPr>
            <p:cNvSpPr/>
            <p:nvPr/>
          </p:nvSpPr>
          <p:spPr>
            <a:xfrm>
              <a:off x="3850641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95" y="4132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58"/>
                  </a:lnTo>
                  <a:lnTo>
                    <a:pt x="3751" y="4227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4" y="8299"/>
                  </a:moveTo>
                  <a:lnTo>
                    <a:pt x="10799" y="11049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299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58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3" y="10585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1" y="12847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9" y="13740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345;p9">
              <a:extLst>
                <a:ext uri="{FF2B5EF4-FFF2-40B4-BE49-F238E27FC236}">
                  <a16:creationId xmlns:a16="http://schemas.microsoft.com/office/drawing/2014/main" id="{485A64E0-D916-C444-CE56-F3302CA0647D}"/>
                </a:ext>
              </a:extLst>
            </p:cNvPr>
            <p:cNvSpPr/>
            <p:nvPr/>
          </p:nvSpPr>
          <p:spPr>
            <a:xfrm>
              <a:off x="3850641" y="4198535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8"/>
                  </a:moveTo>
                  <a:lnTo>
                    <a:pt x="7109" y="2536"/>
                  </a:lnTo>
                  <a:lnTo>
                    <a:pt x="7109" y="6322"/>
                  </a:lnTo>
                  <a:lnTo>
                    <a:pt x="4263" y="3572"/>
                  </a:lnTo>
                  <a:lnTo>
                    <a:pt x="4882" y="1298"/>
                  </a:lnTo>
                  <a:close/>
                  <a:moveTo>
                    <a:pt x="10049" y="1250"/>
                  </a:moveTo>
                  <a:lnTo>
                    <a:pt x="10704" y="3644"/>
                  </a:lnTo>
                  <a:lnTo>
                    <a:pt x="7942" y="6322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0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3" y="6894"/>
                  </a:lnTo>
                  <a:lnTo>
                    <a:pt x="8537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62" y="7727"/>
                  </a:moveTo>
                  <a:lnTo>
                    <a:pt x="13788" y="9763"/>
                  </a:lnTo>
                  <a:lnTo>
                    <a:pt x="11311" y="10406"/>
                  </a:lnTo>
                  <a:lnTo>
                    <a:pt x="8549" y="7727"/>
                  </a:lnTo>
                  <a:close/>
                  <a:moveTo>
                    <a:pt x="6525" y="7727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7"/>
                  </a:lnTo>
                  <a:close/>
                  <a:moveTo>
                    <a:pt x="7954" y="8311"/>
                  </a:moveTo>
                  <a:lnTo>
                    <a:pt x="10799" y="11061"/>
                  </a:lnTo>
                  <a:lnTo>
                    <a:pt x="10168" y="13335"/>
                  </a:lnTo>
                  <a:lnTo>
                    <a:pt x="7954" y="12097"/>
                  </a:lnTo>
                  <a:lnTo>
                    <a:pt x="7954" y="8311"/>
                  </a:lnTo>
                  <a:close/>
                  <a:moveTo>
                    <a:pt x="7120" y="8311"/>
                  </a:moveTo>
                  <a:lnTo>
                    <a:pt x="7120" y="12204"/>
                  </a:lnTo>
                  <a:lnTo>
                    <a:pt x="7109" y="12204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20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9" y="13752"/>
                  </a:lnTo>
                  <a:lnTo>
                    <a:pt x="11633" y="11168"/>
                  </a:lnTo>
                  <a:lnTo>
                    <a:pt x="14205" y="10490"/>
                  </a:lnTo>
                  <a:lnTo>
                    <a:pt x="15050" y="10275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4" y="4977"/>
                  </a:lnTo>
                  <a:lnTo>
                    <a:pt x="15002" y="4239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346;p9">
              <a:extLst>
                <a:ext uri="{FF2B5EF4-FFF2-40B4-BE49-F238E27FC236}">
                  <a16:creationId xmlns:a16="http://schemas.microsoft.com/office/drawing/2014/main" id="{9E6DEFC1-C0B3-C57D-8A41-DBE06B5A551B}"/>
                </a:ext>
              </a:extLst>
            </p:cNvPr>
            <p:cNvSpPr/>
            <p:nvPr/>
          </p:nvSpPr>
          <p:spPr>
            <a:xfrm>
              <a:off x="2407262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9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9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44"/>
                  </a:lnTo>
                  <a:close/>
                  <a:moveTo>
                    <a:pt x="12550" y="7716"/>
                  </a:moveTo>
                  <a:lnTo>
                    <a:pt x="13764" y="9752"/>
                  </a:lnTo>
                  <a:lnTo>
                    <a:pt x="11300" y="10395"/>
                  </a:lnTo>
                  <a:lnTo>
                    <a:pt x="8526" y="7716"/>
                  </a:lnTo>
                  <a:close/>
                  <a:moveTo>
                    <a:pt x="6514" y="7728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347;p9">
              <a:extLst>
                <a:ext uri="{FF2B5EF4-FFF2-40B4-BE49-F238E27FC236}">
                  <a16:creationId xmlns:a16="http://schemas.microsoft.com/office/drawing/2014/main" id="{D69FE7A3-1354-8FA2-6511-E97F3A2B4C36}"/>
                </a:ext>
              </a:extLst>
            </p:cNvPr>
            <p:cNvSpPr/>
            <p:nvPr/>
          </p:nvSpPr>
          <p:spPr>
            <a:xfrm>
              <a:off x="3372282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1"/>
                  </a:lnTo>
                  <a:lnTo>
                    <a:pt x="7919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46"/>
                  </a:lnTo>
                  <a:lnTo>
                    <a:pt x="3728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5" y="9751"/>
                  </a:lnTo>
                  <a:lnTo>
                    <a:pt x="11288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56" y="10466"/>
                  </a:lnTo>
                  <a:lnTo>
                    <a:pt x="1323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09" y="8287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37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800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348;p9">
              <a:extLst>
                <a:ext uri="{FF2B5EF4-FFF2-40B4-BE49-F238E27FC236}">
                  <a16:creationId xmlns:a16="http://schemas.microsoft.com/office/drawing/2014/main" id="{24EF9110-4310-1C50-0F9A-7845A796C8AD}"/>
                </a:ext>
              </a:extLst>
            </p:cNvPr>
            <p:cNvSpPr/>
            <p:nvPr/>
          </p:nvSpPr>
          <p:spPr>
            <a:xfrm>
              <a:off x="3372282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8"/>
                  </a:moveTo>
                  <a:lnTo>
                    <a:pt x="10681" y="3632"/>
                  </a:lnTo>
                  <a:lnTo>
                    <a:pt x="7919" y="6310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28" y="4215"/>
                  </a:moveTo>
                  <a:lnTo>
                    <a:pt x="6502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8" y="4215"/>
                  </a:lnTo>
                  <a:close/>
                  <a:moveTo>
                    <a:pt x="12538" y="7715"/>
                  </a:moveTo>
                  <a:lnTo>
                    <a:pt x="13765" y="9751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66"/>
                  </a:lnTo>
                  <a:lnTo>
                    <a:pt x="1323" y="9859"/>
                  </a:lnTo>
                  <a:lnTo>
                    <a:pt x="2596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17"/>
                  </a:lnTo>
                  <a:lnTo>
                    <a:pt x="7419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11" y="7406"/>
                  </a:lnTo>
                  <a:lnTo>
                    <a:pt x="477" y="9644"/>
                  </a:lnTo>
                  <a:lnTo>
                    <a:pt x="37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40" y="13799"/>
                  </a:lnTo>
                  <a:lnTo>
                    <a:pt x="4466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9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9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46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349;p9">
              <a:extLst>
                <a:ext uri="{FF2B5EF4-FFF2-40B4-BE49-F238E27FC236}">
                  <a16:creationId xmlns:a16="http://schemas.microsoft.com/office/drawing/2014/main" id="{A7F07CB9-BCF5-E61C-7660-F84A85E64FA4}"/>
                </a:ext>
              </a:extLst>
            </p:cNvPr>
            <p:cNvSpPr/>
            <p:nvPr/>
          </p:nvSpPr>
          <p:spPr>
            <a:xfrm>
              <a:off x="3372282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26" y="1250"/>
                  </a:moveTo>
                  <a:lnTo>
                    <a:pt x="10681" y="3643"/>
                  </a:lnTo>
                  <a:lnTo>
                    <a:pt x="7919" y="6322"/>
                  </a:lnTo>
                  <a:lnTo>
                    <a:pt x="7919" y="2417"/>
                  </a:lnTo>
                  <a:lnTo>
                    <a:pt x="7930" y="2417"/>
                  </a:lnTo>
                  <a:lnTo>
                    <a:pt x="10026" y="1250"/>
                  </a:lnTo>
                  <a:close/>
                  <a:moveTo>
                    <a:pt x="3728" y="4203"/>
                  </a:moveTo>
                  <a:lnTo>
                    <a:pt x="6502" y="6882"/>
                  </a:lnTo>
                  <a:lnTo>
                    <a:pt x="2477" y="6882"/>
                  </a:lnTo>
                  <a:lnTo>
                    <a:pt x="1275" y="4846"/>
                  </a:lnTo>
                  <a:lnTo>
                    <a:pt x="3728" y="4203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19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12538" y="7715"/>
                  </a:moveTo>
                  <a:lnTo>
                    <a:pt x="13765" y="9763"/>
                  </a:lnTo>
                  <a:lnTo>
                    <a:pt x="11288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56" y="10478"/>
                  </a:lnTo>
                  <a:lnTo>
                    <a:pt x="1323" y="9858"/>
                  </a:lnTo>
                  <a:lnTo>
                    <a:pt x="2596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09" y="8299"/>
                  </a:lnTo>
                  <a:close/>
                  <a:moveTo>
                    <a:pt x="10574" y="0"/>
                  </a:moveTo>
                  <a:lnTo>
                    <a:pt x="9824" y="405"/>
                  </a:lnTo>
                  <a:lnTo>
                    <a:pt x="7419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11" y="7394"/>
                  </a:lnTo>
                  <a:lnTo>
                    <a:pt x="477" y="9632"/>
                  </a:lnTo>
                  <a:lnTo>
                    <a:pt x="37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40" y="13788"/>
                  </a:lnTo>
                  <a:lnTo>
                    <a:pt x="4466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9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9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46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350;p9">
              <a:extLst>
                <a:ext uri="{FF2B5EF4-FFF2-40B4-BE49-F238E27FC236}">
                  <a16:creationId xmlns:a16="http://schemas.microsoft.com/office/drawing/2014/main" id="{7DDDCE2F-73CB-DC78-B55C-AD39AEEBC1EC}"/>
                </a:ext>
              </a:extLst>
            </p:cNvPr>
            <p:cNvSpPr/>
            <p:nvPr/>
          </p:nvSpPr>
          <p:spPr>
            <a:xfrm>
              <a:off x="1924768" y="3269110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1371" y="4144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44"/>
                  </a:lnTo>
                  <a:close/>
                  <a:moveTo>
                    <a:pt x="12549" y="7716"/>
                  </a:moveTo>
                  <a:lnTo>
                    <a:pt x="13776" y="9752"/>
                  </a:lnTo>
                  <a:lnTo>
                    <a:pt x="11299" y="10395"/>
                  </a:lnTo>
                  <a:lnTo>
                    <a:pt x="8525" y="7716"/>
                  </a:lnTo>
                  <a:close/>
                  <a:moveTo>
                    <a:pt x="6525" y="7728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5001" y="13371"/>
                  </a:lnTo>
                  <a:lnTo>
                    <a:pt x="4334" y="10978"/>
                  </a:lnTo>
                  <a:lnTo>
                    <a:pt x="7108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2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351;p9">
              <a:extLst>
                <a:ext uri="{FF2B5EF4-FFF2-40B4-BE49-F238E27FC236}">
                  <a16:creationId xmlns:a16="http://schemas.microsoft.com/office/drawing/2014/main" id="{6EFECB81-29EF-8E5C-4B5B-5A591C1F6663}"/>
                </a:ext>
              </a:extLst>
            </p:cNvPr>
            <p:cNvSpPr/>
            <p:nvPr/>
          </p:nvSpPr>
          <p:spPr>
            <a:xfrm>
              <a:off x="144224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63" y="4215"/>
                  </a:moveTo>
                  <a:lnTo>
                    <a:pt x="6525" y="6894"/>
                  </a:lnTo>
                  <a:lnTo>
                    <a:pt x="2513" y="6894"/>
                  </a:lnTo>
                  <a:lnTo>
                    <a:pt x="1287" y="4846"/>
                  </a:lnTo>
                  <a:lnTo>
                    <a:pt x="3763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12550" y="7704"/>
                  </a:moveTo>
                  <a:lnTo>
                    <a:pt x="13776" y="9752"/>
                  </a:lnTo>
                  <a:lnTo>
                    <a:pt x="11300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0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352;p9">
              <a:extLst>
                <a:ext uri="{FF2B5EF4-FFF2-40B4-BE49-F238E27FC236}">
                  <a16:creationId xmlns:a16="http://schemas.microsoft.com/office/drawing/2014/main" id="{3E0B51E0-CF58-1490-6EA3-294EC080C144}"/>
                </a:ext>
              </a:extLst>
            </p:cNvPr>
            <p:cNvSpPr/>
            <p:nvPr/>
          </p:nvSpPr>
          <p:spPr>
            <a:xfrm>
              <a:off x="1442624" y="3269110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26" y="1239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26" y="1239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58"/>
                  </a:lnTo>
                  <a:lnTo>
                    <a:pt x="3727" y="4215"/>
                  </a:lnTo>
                  <a:close/>
                  <a:moveTo>
                    <a:pt x="11371" y="4144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44"/>
                  </a:lnTo>
                  <a:close/>
                  <a:moveTo>
                    <a:pt x="12538" y="7716"/>
                  </a:moveTo>
                  <a:lnTo>
                    <a:pt x="13764" y="9752"/>
                  </a:lnTo>
                  <a:lnTo>
                    <a:pt x="11288" y="10395"/>
                  </a:lnTo>
                  <a:lnTo>
                    <a:pt x="8525" y="7716"/>
                  </a:lnTo>
                  <a:close/>
                  <a:moveTo>
                    <a:pt x="6513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353;p9">
              <a:extLst>
                <a:ext uri="{FF2B5EF4-FFF2-40B4-BE49-F238E27FC236}">
                  <a16:creationId xmlns:a16="http://schemas.microsoft.com/office/drawing/2014/main" id="{F3CB370B-F5CF-6B0C-C4E4-3497FEC49AA8}"/>
                </a:ext>
              </a:extLst>
            </p:cNvPr>
            <p:cNvSpPr/>
            <p:nvPr/>
          </p:nvSpPr>
          <p:spPr>
            <a:xfrm>
              <a:off x="1442624" y="4198916"/>
              <a:ext cx="478391" cy="465094"/>
            </a:xfrm>
            <a:custGeom>
              <a:avLst/>
              <a:gdLst/>
              <a:ahLst/>
              <a:cxnLst/>
              <a:rect l="l" t="t" r="r" b="b"/>
              <a:pathLst>
                <a:path w="15039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51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38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63" y="4858"/>
                  </a:lnTo>
                  <a:lnTo>
                    <a:pt x="3727" y="4215"/>
                  </a:lnTo>
                  <a:close/>
                  <a:moveTo>
                    <a:pt x="12538" y="7715"/>
                  </a:moveTo>
                  <a:lnTo>
                    <a:pt x="13764" y="9751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13" y="7715"/>
                  </a:moveTo>
                  <a:lnTo>
                    <a:pt x="3656" y="10466"/>
                  </a:lnTo>
                  <a:lnTo>
                    <a:pt x="1322" y="9859"/>
                  </a:lnTo>
                  <a:lnTo>
                    <a:pt x="2596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57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99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799"/>
                  </a:lnTo>
                  <a:lnTo>
                    <a:pt x="4465" y="14621"/>
                  </a:lnTo>
                  <a:lnTo>
                    <a:pt x="5216" y="14204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38" y="10275"/>
                  </a:lnTo>
                  <a:lnTo>
                    <a:pt x="14610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354;p9">
              <a:extLst>
                <a:ext uri="{FF2B5EF4-FFF2-40B4-BE49-F238E27FC236}">
                  <a16:creationId xmlns:a16="http://schemas.microsoft.com/office/drawing/2014/main" id="{6CC8BCC3-580A-A935-76BC-70E663DA241E}"/>
                </a:ext>
              </a:extLst>
            </p:cNvPr>
            <p:cNvSpPr/>
            <p:nvPr/>
          </p:nvSpPr>
          <p:spPr>
            <a:xfrm>
              <a:off x="1442624" y="3734204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51" y="3560"/>
                  </a:lnTo>
                  <a:lnTo>
                    <a:pt x="4882" y="1274"/>
                  </a:lnTo>
                  <a:close/>
                  <a:moveTo>
                    <a:pt x="10026" y="1238"/>
                  </a:moveTo>
                  <a:lnTo>
                    <a:pt x="10680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26" y="1238"/>
                  </a:lnTo>
                  <a:close/>
                  <a:moveTo>
                    <a:pt x="3727" y="4215"/>
                  </a:moveTo>
                  <a:lnTo>
                    <a:pt x="6501" y="6894"/>
                  </a:lnTo>
                  <a:lnTo>
                    <a:pt x="2477" y="6894"/>
                  </a:lnTo>
                  <a:lnTo>
                    <a:pt x="1275" y="4846"/>
                  </a:lnTo>
                  <a:lnTo>
                    <a:pt x="3727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12538" y="7704"/>
                  </a:moveTo>
                  <a:lnTo>
                    <a:pt x="13764" y="9751"/>
                  </a:lnTo>
                  <a:lnTo>
                    <a:pt x="11288" y="10382"/>
                  </a:lnTo>
                  <a:lnTo>
                    <a:pt x="8525" y="7704"/>
                  </a:lnTo>
                  <a:close/>
                  <a:moveTo>
                    <a:pt x="6513" y="7704"/>
                  </a:moveTo>
                  <a:lnTo>
                    <a:pt x="3656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45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355;p9">
              <a:extLst>
                <a:ext uri="{FF2B5EF4-FFF2-40B4-BE49-F238E27FC236}">
                  <a16:creationId xmlns:a16="http://schemas.microsoft.com/office/drawing/2014/main" id="{D60C3C8B-079E-D4B2-7D87-EDC004E6AE4C}"/>
                </a:ext>
              </a:extLst>
            </p:cNvPr>
            <p:cNvSpPr/>
            <p:nvPr/>
          </p:nvSpPr>
          <p:spPr>
            <a:xfrm>
              <a:off x="2407262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74"/>
                  </a:moveTo>
                  <a:lnTo>
                    <a:pt x="7097" y="2512"/>
                  </a:lnTo>
                  <a:lnTo>
                    <a:pt x="7097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30" y="2405"/>
                  </a:lnTo>
                  <a:lnTo>
                    <a:pt x="10038" y="1238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63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31" y="6894"/>
                  </a:lnTo>
                  <a:lnTo>
                    <a:pt x="8514" y="6894"/>
                  </a:lnTo>
                  <a:lnTo>
                    <a:pt x="11371" y="4132"/>
                  </a:lnTo>
                  <a:close/>
                  <a:moveTo>
                    <a:pt x="12550" y="7704"/>
                  </a:moveTo>
                  <a:lnTo>
                    <a:pt x="13764" y="9751"/>
                  </a:lnTo>
                  <a:lnTo>
                    <a:pt x="11300" y="10382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66"/>
                  </a:lnTo>
                  <a:lnTo>
                    <a:pt x="1322" y="9847"/>
                  </a:lnTo>
                  <a:lnTo>
                    <a:pt x="2608" y="7704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356;p9">
              <a:extLst>
                <a:ext uri="{FF2B5EF4-FFF2-40B4-BE49-F238E27FC236}">
                  <a16:creationId xmlns:a16="http://schemas.microsoft.com/office/drawing/2014/main" id="{29351C6B-5577-D900-A35A-97BD8953DE08}"/>
                </a:ext>
              </a:extLst>
            </p:cNvPr>
            <p:cNvSpPr/>
            <p:nvPr/>
          </p:nvSpPr>
          <p:spPr>
            <a:xfrm>
              <a:off x="1924768" y="2339304"/>
              <a:ext cx="478740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82" y="1286"/>
                  </a:lnTo>
                  <a:close/>
                  <a:moveTo>
                    <a:pt x="10049" y="1251"/>
                  </a:moveTo>
                  <a:lnTo>
                    <a:pt x="10704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49" y="1251"/>
                  </a:lnTo>
                  <a:close/>
                  <a:moveTo>
                    <a:pt x="11395" y="4144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5" y="6906"/>
                  </a:lnTo>
                  <a:lnTo>
                    <a:pt x="2501" y="6906"/>
                  </a:lnTo>
                  <a:lnTo>
                    <a:pt x="1286" y="4870"/>
                  </a:lnTo>
                  <a:lnTo>
                    <a:pt x="3751" y="4227"/>
                  </a:lnTo>
                  <a:close/>
                  <a:moveTo>
                    <a:pt x="12549" y="7728"/>
                  </a:moveTo>
                  <a:lnTo>
                    <a:pt x="13776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25" y="7716"/>
                  </a:moveTo>
                  <a:lnTo>
                    <a:pt x="3679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799" y="11050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70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22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51" y="13800"/>
                  </a:lnTo>
                  <a:lnTo>
                    <a:pt x="4465" y="14621"/>
                  </a:lnTo>
                  <a:lnTo>
                    <a:pt x="5227" y="14205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69"/>
                  </a:lnTo>
                  <a:lnTo>
                    <a:pt x="14204" y="10502"/>
                  </a:lnTo>
                  <a:lnTo>
                    <a:pt x="15050" y="10276"/>
                  </a:lnTo>
                  <a:lnTo>
                    <a:pt x="14621" y="9549"/>
                  </a:lnTo>
                  <a:lnTo>
                    <a:pt x="13240" y="7228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357;p9">
              <a:extLst>
                <a:ext uri="{FF2B5EF4-FFF2-40B4-BE49-F238E27FC236}">
                  <a16:creationId xmlns:a16="http://schemas.microsoft.com/office/drawing/2014/main" id="{12F2E370-C94B-BAF9-2A4E-A1B7C8BD5E71}"/>
                </a:ext>
              </a:extLst>
            </p:cNvPr>
            <p:cNvSpPr/>
            <p:nvPr/>
          </p:nvSpPr>
          <p:spPr>
            <a:xfrm>
              <a:off x="2407262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82" y="1286"/>
                  </a:moveTo>
                  <a:lnTo>
                    <a:pt x="7097" y="2512"/>
                  </a:lnTo>
                  <a:lnTo>
                    <a:pt x="7097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8" y="1238"/>
                  </a:moveTo>
                  <a:lnTo>
                    <a:pt x="10693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38"/>
                  </a:lnTo>
                  <a:close/>
                  <a:moveTo>
                    <a:pt x="11371" y="4132"/>
                  </a:moveTo>
                  <a:lnTo>
                    <a:pt x="13705" y="4739"/>
                  </a:lnTo>
                  <a:lnTo>
                    <a:pt x="12431" y="6882"/>
                  </a:lnTo>
                  <a:lnTo>
                    <a:pt x="8514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02" y="6894"/>
                  </a:lnTo>
                  <a:lnTo>
                    <a:pt x="2489" y="6894"/>
                  </a:lnTo>
                  <a:lnTo>
                    <a:pt x="1287" y="4858"/>
                  </a:lnTo>
                  <a:lnTo>
                    <a:pt x="3739" y="4215"/>
                  </a:lnTo>
                  <a:close/>
                  <a:moveTo>
                    <a:pt x="12550" y="7715"/>
                  </a:moveTo>
                  <a:lnTo>
                    <a:pt x="13764" y="9751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66"/>
                  </a:lnTo>
                  <a:lnTo>
                    <a:pt x="1322" y="9859"/>
                  </a:lnTo>
                  <a:lnTo>
                    <a:pt x="2608" y="7715"/>
                  </a:lnTo>
                  <a:close/>
                  <a:moveTo>
                    <a:pt x="7930" y="8299"/>
                  </a:moveTo>
                  <a:lnTo>
                    <a:pt x="10776" y="11049"/>
                  </a:lnTo>
                  <a:lnTo>
                    <a:pt x="10157" y="13323"/>
                  </a:lnTo>
                  <a:lnTo>
                    <a:pt x="7930" y="12085"/>
                  </a:lnTo>
                  <a:lnTo>
                    <a:pt x="7930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22" y="7406"/>
                  </a:lnTo>
                  <a:lnTo>
                    <a:pt x="477" y="9644"/>
                  </a:lnTo>
                  <a:lnTo>
                    <a:pt x="48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358;p9">
              <a:extLst>
                <a:ext uri="{FF2B5EF4-FFF2-40B4-BE49-F238E27FC236}">
                  <a16:creationId xmlns:a16="http://schemas.microsoft.com/office/drawing/2014/main" id="{553599B7-A813-6DF9-6951-7402CB64D553}"/>
                </a:ext>
              </a:extLst>
            </p:cNvPr>
            <p:cNvSpPr/>
            <p:nvPr/>
          </p:nvSpPr>
          <p:spPr>
            <a:xfrm>
              <a:off x="2407262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3" y="3643"/>
                  </a:lnTo>
                  <a:lnTo>
                    <a:pt x="7918" y="6322"/>
                  </a:lnTo>
                  <a:lnTo>
                    <a:pt x="7918" y="2417"/>
                  </a:lnTo>
                  <a:lnTo>
                    <a:pt x="7930" y="2417"/>
                  </a:lnTo>
                  <a:lnTo>
                    <a:pt x="10038" y="1250"/>
                  </a:lnTo>
                  <a:close/>
                  <a:moveTo>
                    <a:pt x="3739" y="4203"/>
                  </a:moveTo>
                  <a:lnTo>
                    <a:pt x="6502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39" y="4203"/>
                  </a:lnTo>
                  <a:close/>
                  <a:moveTo>
                    <a:pt x="11383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83" y="4132"/>
                  </a:lnTo>
                  <a:close/>
                  <a:moveTo>
                    <a:pt x="12550" y="7715"/>
                  </a:moveTo>
                  <a:lnTo>
                    <a:pt x="13764" y="9763"/>
                  </a:lnTo>
                  <a:lnTo>
                    <a:pt x="11300" y="10394"/>
                  </a:lnTo>
                  <a:lnTo>
                    <a:pt x="8526" y="7715"/>
                  </a:lnTo>
                  <a:close/>
                  <a:moveTo>
                    <a:pt x="6514" y="7715"/>
                  </a:moveTo>
                  <a:lnTo>
                    <a:pt x="3668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30" y="8287"/>
                  </a:moveTo>
                  <a:lnTo>
                    <a:pt x="10776" y="11037"/>
                  </a:lnTo>
                  <a:lnTo>
                    <a:pt x="10157" y="13311"/>
                  </a:lnTo>
                  <a:lnTo>
                    <a:pt x="7930" y="12085"/>
                  </a:lnTo>
                  <a:lnTo>
                    <a:pt x="7930" y="8287"/>
                  </a:lnTo>
                  <a:close/>
                  <a:moveTo>
                    <a:pt x="7121" y="8299"/>
                  </a:moveTo>
                  <a:lnTo>
                    <a:pt x="7121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7" y="9632"/>
                  </a:lnTo>
                  <a:lnTo>
                    <a:pt x="48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29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359;p9">
              <a:extLst>
                <a:ext uri="{FF2B5EF4-FFF2-40B4-BE49-F238E27FC236}">
                  <a16:creationId xmlns:a16="http://schemas.microsoft.com/office/drawing/2014/main" id="{3D364C08-DEF7-DB49-91BA-72938D7D1EB1}"/>
                </a:ext>
              </a:extLst>
            </p:cNvPr>
            <p:cNvSpPr/>
            <p:nvPr/>
          </p:nvSpPr>
          <p:spPr>
            <a:xfrm>
              <a:off x="2407262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882" y="1274"/>
                  </a:moveTo>
                  <a:lnTo>
                    <a:pt x="7097" y="2513"/>
                  </a:lnTo>
                  <a:lnTo>
                    <a:pt x="7097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83" y="4132"/>
                  </a:lnTo>
                  <a:close/>
                  <a:moveTo>
                    <a:pt x="12550" y="7704"/>
                  </a:moveTo>
                  <a:lnTo>
                    <a:pt x="13764" y="9752"/>
                  </a:lnTo>
                  <a:lnTo>
                    <a:pt x="11300" y="10383"/>
                  </a:lnTo>
                  <a:lnTo>
                    <a:pt x="8526" y="7704"/>
                  </a:lnTo>
                  <a:close/>
                  <a:moveTo>
                    <a:pt x="6514" y="7704"/>
                  </a:moveTo>
                  <a:lnTo>
                    <a:pt x="3668" y="10478"/>
                  </a:lnTo>
                  <a:lnTo>
                    <a:pt x="1322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1" y="7394"/>
                  </a:lnTo>
                  <a:lnTo>
                    <a:pt x="477" y="9644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29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360;p9">
              <a:extLst>
                <a:ext uri="{FF2B5EF4-FFF2-40B4-BE49-F238E27FC236}">
                  <a16:creationId xmlns:a16="http://schemas.microsoft.com/office/drawing/2014/main" id="{7E5201C0-1CA9-15E0-F1A3-C8203B4D8D5C}"/>
                </a:ext>
              </a:extLst>
            </p:cNvPr>
            <p:cNvSpPr/>
            <p:nvPr/>
          </p:nvSpPr>
          <p:spPr>
            <a:xfrm>
              <a:off x="1924768" y="2804398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10049" y="1239"/>
                  </a:moveTo>
                  <a:lnTo>
                    <a:pt x="10704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49" y="1239"/>
                  </a:lnTo>
                  <a:close/>
                  <a:moveTo>
                    <a:pt x="4882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3751" y="4215"/>
                  </a:moveTo>
                  <a:lnTo>
                    <a:pt x="6525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8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95" y="4132"/>
                  </a:lnTo>
                  <a:close/>
                  <a:moveTo>
                    <a:pt x="12549" y="7704"/>
                  </a:moveTo>
                  <a:lnTo>
                    <a:pt x="13752" y="9752"/>
                  </a:lnTo>
                  <a:lnTo>
                    <a:pt x="11299" y="10383"/>
                  </a:lnTo>
                  <a:lnTo>
                    <a:pt x="8537" y="7704"/>
                  </a:lnTo>
                  <a:close/>
                  <a:moveTo>
                    <a:pt x="6525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799" y="11038"/>
                  </a:lnTo>
                  <a:lnTo>
                    <a:pt x="10168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44" y="858"/>
                  </a:lnTo>
                  <a:lnTo>
                    <a:pt x="3429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4"/>
                  </a:lnTo>
                  <a:lnTo>
                    <a:pt x="10918" y="13752"/>
                  </a:lnTo>
                  <a:lnTo>
                    <a:pt x="11633" y="11157"/>
                  </a:lnTo>
                  <a:lnTo>
                    <a:pt x="14204" y="10490"/>
                  </a:lnTo>
                  <a:lnTo>
                    <a:pt x="15050" y="10264"/>
                  </a:lnTo>
                  <a:lnTo>
                    <a:pt x="14621" y="9537"/>
                  </a:lnTo>
                  <a:lnTo>
                    <a:pt x="13240" y="7216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361;p9">
              <a:extLst>
                <a:ext uri="{FF2B5EF4-FFF2-40B4-BE49-F238E27FC236}">
                  <a16:creationId xmlns:a16="http://schemas.microsoft.com/office/drawing/2014/main" id="{AFC7E3BA-98C7-1414-FB48-D6C8B63BC5F9}"/>
                </a:ext>
              </a:extLst>
            </p:cNvPr>
            <p:cNvSpPr/>
            <p:nvPr/>
          </p:nvSpPr>
          <p:spPr>
            <a:xfrm>
              <a:off x="1442242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82" y="1298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63" y="3573"/>
                  </a:lnTo>
                  <a:lnTo>
                    <a:pt x="4882" y="1298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42" y="6323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95" y="4132"/>
                  </a:lnTo>
                  <a:close/>
                  <a:moveTo>
                    <a:pt x="3739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39" y="4227"/>
                  </a:lnTo>
                  <a:close/>
                  <a:moveTo>
                    <a:pt x="12550" y="7728"/>
                  </a:moveTo>
                  <a:lnTo>
                    <a:pt x="13776" y="9764"/>
                  </a:lnTo>
                  <a:lnTo>
                    <a:pt x="11300" y="10407"/>
                  </a:lnTo>
                  <a:lnTo>
                    <a:pt x="8537" y="7728"/>
                  </a:lnTo>
                  <a:close/>
                  <a:moveTo>
                    <a:pt x="6525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57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21" y="8299"/>
                  </a:moveTo>
                  <a:lnTo>
                    <a:pt x="7121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1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58" y="4120"/>
                  </a:lnTo>
                  <a:lnTo>
                    <a:pt x="1" y="4346"/>
                  </a:lnTo>
                  <a:lnTo>
                    <a:pt x="441" y="5073"/>
                  </a:lnTo>
                  <a:lnTo>
                    <a:pt x="1822" y="7394"/>
                  </a:lnTo>
                  <a:lnTo>
                    <a:pt x="477" y="9645"/>
                  </a:lnTo>
                  <a:lnTo>
                    <a:pt x="48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92" y="14574"/>
                  </a:lnTo>
                  <a:lnTo>
                    <a:pt x="10919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8"/>
                  </a:lnTo>
                  <a:lnTo>
                    <a:pt x="13240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502" y="3322"/>
                  </a:lnTo>
                  <a:lnTo>
                    <a:pt x="10812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362;p9">
              <a:extLst>
                <a:ext uri="{FF2B5EF4-FFF2-40B4-BE49-F238E27FC236}">
                  <a16:creationId xmlns:a16="http://schemas.microsoft.com/office/drawing/2014/main" id="{6D19BD95-79EE-C1D8-1B22-77A8340DCA6D}"/>
                </a:ext>
              </a:extLst>
            </p:cNvPr>
            <p:cNvSpPr/>
            <p:nvPr/>
          </p:nvSpPr>
          <p:spPr>
            <a:xfrm>
              <a:off x="1442624" y="2339304"/>
              <a:ext cx="478391" cy="465126"/>
            </a:xfrm>
            <a:custGeom>
              <a:avLst/>
              <a:gdLst/>
              <a:ahLst/>
              <a:cxnLst/>
              <a:rect l="l" t="t" r="r" b="b"/>
              <a:pathLst>
                <a:path w="15039" h="14622" extrusionOk="0">
                  <a:moveTo>
                    <a:pt x="4882" y="1286"/>
                  </a:moveTo>
                  <a:lnTo>
                    <a:pt x="7097" y="2525"/>
                  </a:lnTo>
                  <a:lnTo>
                    <a:pt x="7097" y="6311"/>
                  </a:lnTo>
                  <a:lnTo>
                    <a:pt x="4251" y="3561"/>
                  </a:lnTo>
                  <a:lnTo>
                    <a:pt x="4882" y="1286"/>
                  </a:lnTo>
                  <a:close/>
                  <a:moveTo>
                    <a:pt x="10038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8" y="1251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43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2538" y="7728"/>
                  </a:moveTo>
                  <a:lnTo>
                    <a:pt x="13764" y="9764"/>
                  </a:lnTo>
                  <a:lnTo>
                    <a:pt x="11288" y="10407"/>
                  </a:lnTo>
                  <a:lnTo>
                    <a:pt x="8525" y="7728"/>
                  </a:lnTo>
                  <a:close/>
                  <a:moveTo>
                    <a:pt x="6513" y="7716"/>
                  </a:moveTo>
                  <a:lnTo>
                    <a:pt x="3668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57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9" y="8287"/>
                  </a:moveTo>
                  <a:lnTo>
                    <a:pt x="7109" y="12193"/>
                  </a:lnTo>
                  <a:lnTo>
                    <a:pt x="7097" y="12193"/>
                  </a:lnTo>
                  <a:lnTo>
                    <a:pt x="5001" y="13371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5" y="14621"/>
                  </a:lnTo>
                  <a:lnTo>
                    <a:pt x="5216" y="14205"/>
                  </a:lnTo>
                  <a:lnTo>
                    <a:pt x="7621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38" y="10276"/>
                  </a:lnTo>
                  <a:lnTo>
                    <a:pt x="14610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5002" y="4251"/>
                  </a:lnTo>
                  <a:lnTo>
                    <a:pt x="14145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363;p9">
              <a:extLst>
                <a:ext uri="{FF2B5EF4-FFF2-40B4-BE49-F238E27FC236}">
                  <a16:creationId xmlns:a16="http://schemas.microsoft.com/office/drawing/2014/main" id="{B9EFDD74-3866-65BB-F198-14955ED321FC}"/>
                </a:ext>
              </a:extLst>
            </p:cNvPr>
            <p:cNvSpPr/>
            <p:nvPr/>
          </p:nvSpPr>
          <p:spPr>
            <a:xfrm>
              <a:off x="1924768" y="3734204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82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1"/>
                  </a:lnTo>
                  <a:lnTo>
                    <a:pt x="7918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86" y="4846"/>
                  </a:lnTo>
                  <a:lnTo>
                    <a:pt x="3739" y="4215"/>
                  </a:lnTo>
                  <a:close/>
                  <a:moveTo>
                    <a:pt x="11371" y="4132"/>
                  </a:moveTo>
                  <a:lnTo>
                    <a:pt x="13716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12549" y="7704"/>
                  </a:moveTo>
                  <a:lnTo>
                    <a:pt x="13776" y="9751"/>
                  </a:lnTo>
                  <a:lnTo>
                    <a:pt x="11299" y="10382"/>
                  </a:lnTo>
                  <a:lnTo>
                    <a:pt x="8525" y="7704"/>
                  </a:lnTo>
                  <a:close/>
                  <a:moveTo>
                    <a:pt x="6525" y="7704"/>
                  </a:moveTo>
                  <a:lnTo>
                    <a:pt x="3667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42" y="8287"/>
                  </a:moveTo>
                  <a:lnTo>
                    <a:pt x="10775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20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57"/>
                  </a:lnTo>
                  <a:lnTo>
                    <a:pt x="3429" y="3453"/>
                  </a:lnTo>
                  <a:lnTo>
                    <a:pt x="857" y="4120"/>
                  </a:lnTo>
                  <a:lnTo>
                    <a:pt x="0" y="4346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44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800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90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364;p9">
              <a:extLst>
                <a:ext uri="{FF2B5EF4-FFF2-40B4-BE49-F238E27FC236}">
                  <a16:creationId xmlns:a16="http://schemas.microsoft.com/office/drawing/2014/main" id="{8EDDB17D-03B6-6079-DE8F-98EDDFF683C3}"/>
                </a:ext>
              </a:extLst>
            </p:cNvPr>
            <p:cNvSpPr/>
            <p:nvPr/>
          </p:nvSpPr>
          <p:spPr>
            <a:xfrm>
              <a:off x="1924768" y="4198916"/>
              <a:ext cx="478740" cy="465094"/>
            </a:xfrm>
            <a:custGeom>
              <a:avLst/>
              <a:gdLst/>
              <a:ahLst/>
              <a:cxnLst/>
              <a:rect l="l" t="t" r="r" b="b"/>
              <a:pathLst>
                <a:path w="15050" h="14621" extrusionOk="0">
                  <a:moveTo>
                    <a:pt x="4882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82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18" y="6310"/>
                  </a:lnTo>
                  <a:lnTo>
                    <a:pt x="7918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71" y="4132"/>
                  </a:moveTo>
                  <a:lnTo>
                    <a:pt x="13716" y="4739"/>
                  </a:lnTo>
                  <a:lnTo>
                    <a:pt x="12430" y="6882"/>
                  </a:lnTo>
                  <a:lnTo>
                    <a:pt x="8513" y="6882"/>
                  </a:lnTo>
                  <a:lnTo>
                    <a:pt x="11371" y="4132"/>
                  </a:lnTo>
                  <a:close/>
                  <a:moveTo>
                    <a:pt x="3739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4" y="4858"/>
                  </a:lnTo>
                  <a:lnTo>
                    <a:pt x="3739" y="4215"/>
                  </a:lnTo>
                  <a:close/>
                  <a:moveTo>
                    <a:pt x="12549" y="7715"/>
                  </a:moveTo>
                  <a:lnTo>
                    <a:pt x="13776" y="9751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08" y="7715"/>
                  </a:lnTo>
                  <a:close/>
                  <a:moveTo>
                    <a:pt x="7942" y="8299"/>
                  </a:moveTo>
                  <a:lnTo>
                    <a:pt x="10775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70" y="48"/>
                  </a:lnTo>
                  <a:lnTo>
                    <a:pt x="4144" y="869"/>
                  </a:lnTo>
                  <a:lnTo>
                    <a:pt x="3429" y="3453"/>
                  </a:lnTo>
                  <a:lnTo>
                    <a:pt x="857" y="4132"/>
                  </a:lnTo>
                  <a:lnTo>
                    <a:pt x="0" y="4346"/>
                  </a:lnTo>
                  <a:lnTo>
                    <a:pt x="441" y="5084"/>
                  </a:lnTo>
                  <a:lnTo>
                    <a:pt x="1822" y="7406"/>
                  </a:lnTo>
                  <a:lnTo>
                    <a:pt x="476" y="9644"/>
                  </a:lnTo>
                  <a:lnTo>
                    <a:pt x="48" y="10382"/>
                  </a:lnTo>
                  <a:lnTo>
                    <a:pt x="893" y="10597"/>
                  </a:lnTo>
                  <a:lnTo>
                    <a:pt x="3560" y="11299"/>
                  </a:lnTo>
                  <a:lnTo>
                    <a:pt x="4251" y="13799"/>
                  </a:lnTo>
                  <a:lnTo>
                    <a:pt x="4465" y="14621"/>
                  </a:lnTo>
                  <a:lnTo>
                    <a:pt x="5227" y="14204"/>
                  </a:lnTo>
                  <a:lnTo>
                    <a:pt x="7620" y="12859"/>
                  </a:lnTo>
                  <a:lnTo>
                    <a:pt x="9930" y="14157"/>
                  </a:lnTo>
                  <a:lnTo>
                    <a:pt x="10692" y="14573"/>
                  </a:lnTo>
                  <a:lnTo>
                    <a:pt x="10918" y="13752"/>
                  </a:lnTo>
                  <a:lnTo>
                    <a:pt x="11633" y="11168"/>
                  </a:lnTo>
                  <a:lnTo>
                    <a:pt x="14204" y="10501"/>
                  </a:lnTo>
                  <a:lnTo>
                    <a:pt x="15050" y="10275"/>
                  </a:lnTo>
                  <a:lnTo>
                    <a:pt x="14621" y="9549"/>
                  </a:lnTo>
                  <a:lnTo>
                    <a:pt x="13240" y="7227"/>
                  </a:lnTo>
                  <a:lnTo>
                    <a:pt x="14573" y="4977"/>
                  </a:lnTo>
                  <a:lnTo>
                    <a:pt x="15002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1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365;p9">
              <a:extLst>
                <a:ext uri="{FF2B5EF4-FFF2-40B4-BE49-F238E27FC236}">
                  <a16:creationId xmlns:a16="http://schemas.microsoft.com/office/drawing/2014/main" id="{6C4FC0B7-6C51-AB99-0EF8-61E3822F8B5C}"/>
                </a:ext>
              </a:extLst>
            </p:cNvPr>
            <p:cNvSpPr/>
            <p:nvPr/>
          </p:nvSpPr>
          <p:spPr>
            <a:xfrm>
              <a:off x="1924768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82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49" y="1250"/>
                  </a:lnTo>
                  <a:close/>
                  <a:moveTo>
                    <a:pt x="3739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74" y="4846"/>
                  </a:lnTo>
                  <a:lnTo>
                    <a:pt x="3739" y="4203"/>
                  </a:lnTo>
                  <a:close/>
                  <a:moveTo>
                    <a:pt x="11395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95" y="4132"/>
                  </a:lnTo>
                  <a:close/>
                  <a:moveTo>
                    <a:pt x="12549" y="7715"/>
                  </a:moveTo>
                  <a:lnTo>
                    <a:pt x="13776" y="9763"/>
                  </a:lnTo>
                  <a:lnTo>
                    <a:pt x="11299" y="10394"/>
                  </a:lnTo>
                  <a:lnTo>
                    <a:pt x="8525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08" y="7715"/>
                  </a:lnTo>
                  <a:close/>
                  <a:moveTo>
                    <a:pt x="7954" y="8287"/>
                  </a:moveTo>
                  <a:lnTo>
                    <a:pt x="10799" y="11037"/>
                  </a:lnTo>
                  <a:lnTo>
                    <a:pt x="10168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53"/>
                  </a:lnTo>
                  <a:lnTo>
                    <a:pt x="4370" y="36"/>
                  </a:lnTo>
                  <a:lnTo>
                    <a:pt x="4144" y="857"/>
                  </a:lnTo>
                  <a:lnTo>
                    <a:pt x="3429" y="3441"/>
                  </a:lnTo>
                  <a:lnTo>
                    <a:pt x="857" y="4120"/>
                  </a:lnTo>
                  <a:lnTo>
                    <a:pt x="0" y="4334"/>
                  </a:lnTo>
                  <a:lnTo>
                    <a:pt x="441" y="5072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51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18" y="13752"/>
                  </a:lnTo>
                  <a:lnTo>
                    <a:pt x="11633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40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366;p9">
              <a:extLst>
                <a:ext uri="{FF2B5EF4-FFF2-40B4-BE49-F238E27FC236}">
                  <a16:creationId xmlns:a16="http://schemas.microsoft.com/office/drawing/2014/main" id="{B79F029A-98E8-5E01-CE13-5486713F018A}"/>
                </a:ext>
              </a:extLst>
            </p:cNvPr>
            <p:cNvSpPr/>
            <p:nvPr/>
          </p:nvSpPr>
          <p:spPr>
            <a:xfrm>
              <a:off x="1442624" y="4663629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86"/>
                  </a:moveTo>
                  <a:lnTo>
                    <a:pt x="7097" y="2524"/>
                  </a:lnTo>
                  <a:lnTo>
                    <a:pt x="7097" y="6322"/>
                  </a:lnTo>
                  <a:lnTo>
                    <a:pt x="4251" y="3572"/>
                  </a:lnTo>
                  <a:lnTo>
                    <a:pt x="4882" y="1286"/>
                  </a:lnTo>
                  <a:close/>
                  <a:moveTo>
                    <a:pt x="10038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8" y="1250"/>
                  </a:lnTo>
                  <a:close/>
                  <a:moveTo>
                    <a:pt x="3727" y="4203"/>
                  </a:moveTo>
                  <a:lnTo>
                    <a:pt x="6501" y="6882"/>
                  </a:lnTo>
                  <a:lnTo>
                    <a:pt x="2477" y="6882"/>
                  </a:lnTo>
                  <a:lnTo>
                    <a:pt x="1263" y="4846"/>
                  </a:lnTo>
                  <a:lnTo>
                    <a:pt x="3727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38" y="7715"/>
                  </a:moveTo>
                  <a:lnTo>
                    <a:pt x="13764" y="9763"/>
                  </a:lnTo>
                  <a:lnTo>
                    <a:pt x="11288" y="10394"/>
                  </a:lnTo>
                  <a:lnTo>
                    <a:pt x="8525" y="7715"/>
                  </a:lnTo>
                  <a:close/>
                  <a:moveTo>
                    <a:pt x="6501" y="7715"/>
                  </a:moveTo>
                  <a:lnTo>
                    <a:pt x="3656" y="10478"/>
                  </a:lnTo>
                  <a:lnTo>
                    <a:pt x="1310" y="9858"/>
                  </a:lnTo>
                  <a:lnTo>
                    <a:pt x="2584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57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99"/>
                  </a:moveTo>
                  <a:lnTo>
                    <a:pt x="7109" y="12204"/>
                  </a:lnTo>
                  <a:lnTo>
                    <a:pt x="7097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0"/>
                  </a:moveTo>
                  <a:lnTo>
                    <a:pt x="9823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8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49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16" y="14192"/>
                  </a:lnTo>
                  <a:lnTo>
                    <a:pt x="7621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38" y="10263"/>
                  </a:lnTo>
                  <a:lnTo>
                    <a:pt x="14610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367;p9">
              <a:extLst>
                <a:ext uri="{FF2B5EF4-FFF2-40B4-BE49-F238E27FC236}">
                  <a16:creationId xmlns:a16="http://schemas.microsoft.com/office/drawing/2014/main" id="{511D2824-7966-6929-854E-4EACFD622F3B}"/>
                </a:ext>
              </a:extLst>
            </p:cNvPr>
            <p:cNvSpPr/>
            <p:nvPr/>
          </p:nvSpPr>
          <p:spPr>
            <a:xfrm>
              <a:off x="4333167" y="4663629"/>
              <a:ext cx="478740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94" y="1286"/>
                  </a:moveTo>
                  <a:lnTo>
                    <a:pt x="7120" y="2524"/>
                  </a:lnTo>
                  <a:lnTo>
                    <a:pt x="7120" y="6322"/>
                  </a:lnTo>
                  <a:lnTo>
                    <a:pt x="4274" y="3572"/>
                  </a:lnTo>
                  <a:lnTo>
                    <a:pt x="4894" y="1286"/>
                  </a:lnTo>
                  <a:close/>
                  <a:moveTo>
                    <a:pt x="10049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53" y="2417"/>
                  </a:lnTo>
                  <a:lnTo>
                    <a:pt x="10049" y="1250"/>
                  </a:lnTo>
                  <a:close/>
                  <a:moveTo>
                    <a:pt x="3751" y="4203"/>
                  </a:moveTo>
                  <a:lnTo>
                    <a:pt x="6525" y="6882"/>
                  </a:lnTo>
                  <a:lnTo>
                    <a:pt x="2500" y="6882"/>
                  </a:lnTo>
                  <a:lnTo>
                    <a:pt x="1298" y="4846"/>
                  </a:lnTo>
                  <a:lnTo>
                    <a:pt x="3751" y="4203"/>
                  </a:lnTo>
                  <a:close/>
                  <a:moveTo>
                    <a:pt x="11382" y="4132"/>
                  </a:moveTo>
                  <a:lnTo>
                    <a:pt x="13728" y="4739"/>
                  </a:lnTo>
                  <a:lnTo>
                    <a:pt x="12442" y="6882"/>
                  </a:lnTo>
                  <a:lnTo>
                    <a:pt x="8549" y="6882"/>
                  </a:lnTo>
                  <a:lnTo>
                    <a:pt x="11382" y="4132"/>
                  </a:lnTo>
                  <a:close/>
                  <a:moveTo>
                    <a:pt x="12561" y="7715"/>
                  </a:moveTo>
                  <a:lnTo>
                    <a:pt x="13788" y="9763"/>
                  </a:lnTo>
                  <a:lnTo>
                    <a:pt x="11311" y="10394"/>
                  </a:lnTo>
                  <a:lnTo>
                    <a:pt x="8549" y="7715"/>
                  </a:lnTo>
                  <a:close/>
                  <a:moveTo>
                    <a:pt x="6525" y="7715"/>
                  </a:moveTo>
                  <a:lnTo>
                    <a:pt x="3667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53" y="8287"/>
                  </a:moveTo>
                  <a:lnTo>
                    <a:pt x="10787" y="11037"/>
                  </a:lnTo>
                  <a:lnTo>
                    <a:pt x="10168" y="13311"/>
                  </a:lnTo>
                  <a:lnTo>
                    <a:pt x="7953" y="12085"/>
                  </a:lnTo>
                  <a:lnTo>
                    <a:pt x="7953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096" y="12204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20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43" y="869"/>
                  </a:lnTo>
                  <a:lnTo>
                    <a:pt x="3429" y="3465"/>
                  </a:lnTo>
                  <a:lnTo>
                    <a:pt x="845" y="4132"/>
                  </a:lnTo>
                  <a:lnTo>
                    <a:pt x="0" y="4358"/>
                  </a:lnTo>
                  <a:lnTo>
                    <a:pt x="429" y="5084"/>
                  </a:lnTo>
                  <a:lnTo>
                    <a:pt x="1822" y="7394"/>
                  </a:lnTo>
                  <a:lnTo>
                    <a:pt x="476" y="9632"/>
                  </a:lnTo>
                  <a:lnTo>
                    <a:pt x="48" y="10370"/>
                  </a:lnTo>
                  <a:lnTo>
                    <a:pt x="893" y="10597"/>
                  </a:lnTo>
                  <a:lnTo>
                    <a:pt x="3560" y="11287"/>
                  </a:lnTo>
                  <a:lnTo>
                    <a:pt x="4239" y="13788"/>
                  </a:lnTo>
                  <a:lnTo>
                    <a:pt x="4465" y="14609"/>
                  </a:lnTo>
                  <a:lnTo>
                    <a:pt x="5227" y="14192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92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204" y="10489"/>
                  </a:lnTo>
                  <a:lnTo>
                    <a:pt x="15050" y="10263"/>
                  </a:lnTo>
                  <a:lnTo>
                    <a:pt x="14621" y="9537"/>
                  </a:lnTo>
                  <a:lnTo>
                    <a:pt x="13228" y="7215"/>
                  </a:lnTo>
                  <a:lnTo>
                    <a:pt x="14573" y="4965"/>
                  </a:lnTo>
                  <a:lnTo>
                    <a:pt x="15002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1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368;p9">
              <a:extLst>
                <a:ext uri="{FF2B5EF4-FFF2-40B4-BE49-F238E27FC236}">
                  <a16:creationId xmlns:a16="http://schemas.microsoft.com/office/drawing/2014/main" id="{EF4DC469-1FA3-3AA1-607A-5572E3E277D6}"/>
                </a:ext>
              </a:extLst>
            </p:cNvPr>
            <p:cNvSpPr/>
            <p:nvPr/>
          </p:nvSpPr>
          <p:spPr>
            <a:xfrm>
              <a:off x="964647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1"/>
                  </a:lnTo>
                  <a:lnTo>
                    <a:pt x="4906" y="1286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29"/>
                  </a:lnTo>
                  <a:lnTo>
                    <a:pt x="7954" y="2429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3751" y="4227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7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26" y="7716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08" y="7716"/>
                  </a:lnTo>
                  <a:close/>
                  <a:moveTo>
                    <a:pt x="7954" y="8299"/>
                  </a:moveTo>
                  <a:lnTo>
                    <a:pt x="10800" y="11050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33" y="8287"/>
                  </a:moveTo>
                  <a:lnTo>
                    <a:pt x="7133" y="12193"/>
                  </a:lnTo>
                  <a:lnTo>
                    <a:pt x="7121" y="12193"/>
                  </a:lnTo>
                  <a:lnTo>
                    <a:pt x="5025" y="13371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1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49"/>
                  </a:lnTo>
                  <a:lnTo>
                    <a:pt x="13241" y="7228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369;p9">
              <a:extLst>
                <a:ext uri="{FF2B5EF4-FFF2-40B4-BE49-F238E27FC236}">
                  <a16:creationId xmlns:a16="http://schemas.microsoft.com/office/drawing/2014/main" id="{8AD05270-5577-2219-AF73-66DF8FB95240}"/>
                </a:ext>
              </a:extLst>
            </p:cNvPr>
            <p:cNvSpPr/>
            <p:nvPr/>
          </p:nvSpPr>
          <p:spPr>
            <a:xfrm>
              <a:off x="965411" y="1874591"/>
              <a:ext cx="478391" cy="464744"/>
            </a:xfrm>
            <a:custGeom>
              <a:avLst/>
              <a:gdLst/>
              <a:ahLst/>
              <a:cxnLst/>
              <a:rect l="l" t="t" r="r" b="b"/>
              <a:pathLst>
                <a:path w="15039" h="14610" extrusionOk="0">
                  <a:moveTo>
                    <a:pt x="4882" y="1298"/>
                  </a:moveTo>
                  <a:lnTo>
                    <a:pt x="7097" y="2525"/>
                  </a:lnTo>
                  <a:lnTo>
                    <a:pt x="7097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6" y="1251"/>
                  </a:moveTo>
                  <a:lnTo>
                    <a:pt x="10681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6" y="1251"/>
                  </a:lnTo>
                  <a:close/>
                  <a:moveTo>
                    <a:pt x="11371" y="4132"/>
                  </a:moveTo>
                  <a:lnTo>
                    <a:pt x="13705" y="4751"/>
                  </a:lnTo>
                  <a:lnTo>
                    <a:pt x="12419" y="6894"/>
                  </a:lnTo>
                  <a:lnTo>
                    <a:pt x="8502" y="6894"/>
                  </a:lnTo>
                  <a:lnTo>
                    <a:pt x="11371" y="4132"/>
                  </a:lnTo>
                  <a:close/>
                  <a:moveTo>
                    <a:pt x="3727" y="4227"/>
                  </a:moveTo>
                  <a:lnTo>
                    <a:pt x="6502" y="6906"/>
                  </a:lnTo>
                  <a:lnTo>
                    <a:pt x="2477" y="6906"/>
                  </a:lnTo>
                  <a:lnTo>
                    <a:pt x="1263" y="4870"/>
                  </a:lnTo>
                  <a:lnTo>
                    <a:pt x="3727" y="4227"/>
                  </a:lnTo>
                  <a:close/>
                  <a:moveTo>
                    <a:pt x="12538" y="7728"/>
                  </a:moveTo>
                  <a:lnTo>
                    <a:pt x="13752" y="9764"/>
                  </a:lnTo>
                  <a:lnTo>
                    <a:pt x="11288" y="10407"/>
                  </a:lnTo>
                  <a:lnTo>
                    <a:pt x="8526" y="7728"/>
                  </a:lnTo>
                  <a:close/>
                  <a:moveTo>
                    <a:pt x="6502" y="7728"/>
                  </a:moveTo>
                  <a:lnTo>
                    <a:pt x="3656" y="10478"/>
                  </a:lnTo>
                  <a:lnTo>
                    <a:pt x="1310" y="9871"/>
                  </a:lnTo>
                  <a:lnTo>
                    <a:pt x="2584" y="7728"/>
                  </a:lnTo>
                  <a:close/>
                  <a:moveTo>
                    <a:pt x="7930" y="8299"/>
                  </a:moveTo>
                  <a:lnTo>
                    <a:pt x="10764" y="11062"/>
                  </a:lnTo>
                  <a:lnTo>
                    <a:pt x="10145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9" y="8299"/>
                  </a:moveTo>
                  <a:lnTo>
                    <a:pt x="7109" y="12205"/>
                  </a:lnTo>
                  <a:lnTo>
                    <a:pt x="7097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9" y="8299"/>
                  </a:lnTo>
                  <a:close/>
                  <a:moveTo>
                    <a:pt x="10573" y="1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49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16" y="14193"/>
                  </a:lnTo>
                  <a:lnTo>
                    <a:pt x="7609" y="12859"/>
                  </a:lnTo>
                  <a:lnTo>
                    <a:pt x="9919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38" y="10264"/>
                  </a:lnTo>
                  <a:lnTo>
                    <a:pt x="14610" y="9538"/>
                  </a:lnTo>
                  <a:lnTo>
                    <a:pt x="13229" y="7216"/>
                  </a:lnTo>
                  <a:lnTo>
                    <a:pt x="14562" y="4966"/>
                  </a:lnTo>
                  <a:lnTo>
                    <a:pt x="15003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370;p9">
              <a:extLst>
                <a:ext uri="{FF2B5EF4-FFF2-40B4-BE49-F238E27FC236}">
                  <a16:creationId xmlns:a16="http://schemas.microsoft.com/office/drawing/2014/main" id="{ADF19511-2980-ABE4-2520-C846059C1E3B}"/>
                </a:ext>
              </a:extLst>
            </p:cNvPr>
            <p:cNvSpPr/>
            <p:nvPr/>
          </p:nvSpPr>
          <p:spPr>
            <a:xfrm>
              <a:off x="964647" y="1409497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99"/>
                  </a:moveTo>
                  <a:lnTo>
                    <a:pt x="7121" y="2537"/>
                  </a:lnTo>
                  <a:lnTo>
                    <a:pt x="7121" y="6335"/>
                  </a:lnTo>
                  <a:lnTo>
                    <a:pt x="4275" y="3573"/>
                  </a:lnTo>
                  <a:lnTo>
                    <a:pt x="4906" y="1299"/>
                  </a:lnTo>
                  <a:close/>
                  <a:moveTo>
                    <a:pt x="10050" y="1251"/>
                  </a:moveTo>
                  <a:lnTo>
                    <a:pt x="10705" y="3656"/>
                  </a:lnTo>
                  <a:lnTo>
                    <a:pt x="7942" y="6335"/>
                  </a:lnTo>
                  <a:lnTo>
                    <a:pt x="7942" y="2430"/>
                  </a:lnTo>
                  <a:lnTo>
                    <a:pt x="7954" y="2430"/>
                  </a:lnTo>
                  <a:lnTo>
                    <a:pt x="10050" y="1251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5"/>
                  </a:lnTo>
                  <a:lnTo>
                    <a:pt x="8526" y="6895"/>
                  </a:lnTo>
                  <a:lnTo>
                    <a:pt x="11395" y="4144"/>
                  </a:lnTo>
                  <a:close/>
                  <a:moveTo>
                    <a:pt x="3751" y="4228"/>
                  </a:moveTo>
                  <a:lnTo>
                    <a:pt x="6526" y="6906"/>
                  </a:lnTo>
                  <a:lnTo>
                    <a:pt x="2501" y="6906"/>
                  </a:lnTo>
                  <a:lnTo>
                    <a:pt x="1287" y="4870"/>
                  </a:lnTo>
                  <a:lnTo>
                    <a:pt x="3751" y="4228"/>
                  </a:lnTo>
                  <a:close/>
                  <a:moveTo>
                    <a:pt x="12562" y="7728"/>
                  </a:moveTo>
                  <a:lnTo>
                    <a:pt x="13788" y="9764"/>
                  </a:lnTo>
                  <a:lnTo>
                    <a:pt x="11312" y="10407"/>
                  </a:lnTo>
                  <a:lnTo>
                    <a:pt x="8550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28"/>
                  </a:lnTo>
                  <a:close/>
                  <a:moveTo>
                    <a:pt x="7954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54" y="12109"/>
                  </a:lnTo>
                  <a:lnTo>
                    <a:pt x="7954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21" y="12205"/>
                  </a:lnTo>
                  <a:lnTo>
                    <a:pt x="5025" y="13383"/>
                  </a:lnTo>
                  <a:lnTo>
                    <a:pt x="4370" y="10990"/>
                  </a:lnTo>
                  <a:lnTo>
                    <a:pt x="7133" y="8311"/>
                  </a:lnTo>
                  <a:close/>
                  <a:moveTo>
                    <a:pt x="10586" y="1"/>
                  </a:moveTo>
                  <a:lnTo>
                    <a:pt x="9824" y="418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4"/>
                  </a:lnTo>
                  <a:lnTo>
                    <a:pt x="846" y="4132"/>
                  </a:lnTo>
                  <a:lnTo>
                    <a:pt x="1" y="4347"/>
                  </a:lnTo>
                  <a:lnTo>
                    <a:pt x="430" y="5085"/>
                  </a:lnTo>
                  <a:lnTo>
                    <a:pt x="1823" y="7406"/>
                  </a:lnTo>
                  <a:lnTo>
                    <a:pt x="477" y="9645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40" y="13800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60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3"/>
                  </a:lnTo>
                  <a:lnTo>
                    <a:pt x="11633" y="11169"/>
                  </a:lnTo>
                  <a:lnTo>
                    <a:pt x="14205" y="10502"/>
                  </a:lnTo>
                  <a:lnTo>
                    <a:pt x="15050" y="10276"/>
                  </a:lnTo>
                  <a:lnTo>
                    <a:pt x="14622" y="9550"/>
                  </a:lnTo>
                  <a:lnTo>
                    <a:pt x="13241" y="7228"/>
                  </a:lnTo>
                  <a:lnTo>
                    <a:pt x="14574" y="4978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812" y="822"/>
                  </a:lnTo>
                  <a:lnTo>
                    <a:pt x="105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371;p9">
              <a:extLst>
                <a:ext uri="{FF2B5EF4-FFF2-40B4-BE49-F238E27FC236}">
                  <a16:creationId xmlns:a16="http://schemas.microsoft.com/office/drawing/2014/main" id="{4BC59241-624C-6BFB-9B3C-999D3B85D1B0}"/>
                </a:ext>
              </a:extLst>
            </p:cNvPr>
            <p:cNvSpPr/>
            <p:nvPr/>
          </p:nvSpPr>
          <p:spPr>
            <a:xfrm>
              <a:off x="964647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906" y="1286"/>
                  </a:moveTo>
                  <a:lnTo>
                    <a:pt x="7121" y="2525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1395" y="4144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44"/>
                  </a:lnTo>
                  <a:close/>
                  <a:moveTo>
                    <a:pt x="12562" y="7716"/>
                  </a:moveTo>
                  <a:lnTo>
                    <a:pt x="13788" y="9752"/>
                  </a:lnTo>
                  <a:lnTo>
                    <a:pt x="11312" y="10395"/>
                  </a:lnTo>
                  <a:lnTo>
                    <a:pt x="8550" y="7716"/>
                  </a:lnTo>
                  <a:close/>
                  <a:moveTo>
                    <a:pt x="6526" y="7728"/>
                  </a:moveTo>
                  <a:lnTo>
                    <a:pt x="3668" y="10478"/>
                  </a:lnTo>
                  <a:lnTo>
                    <a:pt x="1334" y="9871"/>
                  </a:lnTo>
                  <a:lnTo>
                    <a:pt x="2608" y="7728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3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70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41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2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372;p9">
              <a:extLst>
                <a:ext uri="{FF2B5EF4-FFF2-40B4-BE49-F238E27FC236}">
                  <a16:creationId xmlns:a16="http://schemas.microsoft.com/office/drawing/2014/main" id="{A8C38E89-73BA-AB3B-DBF5-88747244778B}"/>
                </a:ext>
              </a:extLst>
            </p:cNvPr>
            <p:cNvSpPr/>
            <p:nvPr/>
          </p:nvSpPr>
          <p:spPr>
            <a:xfrm>
              <a:off x="482535" y="3269110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12561" y="7716"/>
                  </a:moveTo>
                  <a:lnTo>
                    <a:pt x="13776" y="9752"/>
                  </a:lnTo>
                  <a:lnTo>
                    <a:pt x="11311" y="10395"/>
                  </a:lnTo>
                  <a:lnTo>
                    <a:pt x="8537" y="7716"/>
                  </a:lnTo>
                  <a:close/>
                  <a:moveTo>
                    <a:pt x="6513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596" y="7728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08" y="8299"/>
                  </a:moveTo>
                  <a:lnTo>
                    <a:pt x="7108" y="12192"/>
                  </a:lnTo>
                  <a:lnTo>
                    <a:pt x="7096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3"/>
                  </a:lnTo>
                  <a:lnTo>
                    <a:pt x="881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2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373;p9">
              <a:extLst>
                <a:ext uri="{FF2B5EF4-FFF2-40B4-BE49-F238E27FC236}">
                  <a16:creationId xmlns:a16="http://schemas.microsoft.com/office/drawing/2014/main" id="{33C836B4-D2DF-73AF-353C-A6B79EBEBC0C}"/>
                </a:ext>
              </a:extLst>
            </p:cNvPr>
            <p:cNvSpPr/>
            <p:nvPr/>
          </p:nvSpPr>
          <p:spPr>
            <a:xfrm>
              <a:off x="9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9"/>
                  </a:lnTo>
                  <a:close/>
                  <a:moveTo>
                    <a:pt x="4894" y="1274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2"/>
                  </a:lnTo>
                  <a:lnTo>
                    <a:pt x="11312" y="10383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33" y="8287"/>
                  </a:lnTo>
                  <a:close/>
                  <a:moveTo>
                    <a:pt x="10597" y="0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53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33" y="9537"/>
                  </a:lnTo>
                  <a:lnTo>
                    <a:pt x="13240" y="7216"/>
                  </a:lnTo>
                  <a:lnTo>
                    <a:pt x="14586" y="4965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374;p9">
              <a:extLst>
                <a:ext uri="{FF2B5EF4-FFF2-40B4-BE49-F238E27FC236}">
                  <a16:creationId xmlns:a16="http://schemas.microsoft.com/office/drawing/2014/main" id="{AEDC43C3-9EBD-8360-7778-188DD9A8ECD8}"/>
                </a:ext>
              </a:extLst>
            </p:cNvPr>
            <p:cNvSpPr/>
            <p:nvPr/>
          </p:nvSpPr>
          <p:spPr>
            <a:xfrm>
              <a:off x="9" y="944785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99"/>
                  </a:moveTo>
                  <a:lnTo>
                    <a:pt x="7109" y="2525"/>
                  </a:lnTo>
                  <a:lnTo>
                    <a:pt x="7109" y="6323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6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8" y="11050"/>
                  </a:lnTo>
                  <a:lnTo>
                    <a:pt x="10169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33" y="8300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300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8" y="3454"/>
                  </a:lnTo>
                  <a:lnTo>
                    <a:pt x="846" y="4132"/>
                  </a:lnTo>
                  <a:lnTo>
                    <a:pt x="1" y="4359"/>
                  </a:lnTo>
                  <a:lnTo>
                    <a:pt x="429" y="5085"/>
                  </a:lnTo>
                  <a:lnTo>
                    <a:pt x="1810" y="7407"/>
                  </a:lnTo>
                  <a:lnTo>
                    <a:pt x="477" y="9657"/>
                  </a:lnTo>
                  <a:lnTo>
                    <a:pt x="36" y="10383"/>
                  </a:lnTo>
                  <a:lnTo>
                    <a:pt x="894" y="10609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22"/>
                  </a:lnTo>
                  <a:lnTo>
                    <a:pt x="5228" y="14205"/>
                  </a:lnTo>
                  <a:lnTo>
                    <a:pt x="7621" y="12872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64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50"/>
                  </a:lnTo>
                  <a:lnTo>
                    <a:pt x="13229" y="7216"/>
                  </a:lnTo>
                  <a:lnTo>
                    <a:pt x="14574" y="4966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375;p9">
              <a:extLst>
                <a:ext uri="{FF2B5EF4-FFF2-40B4-BE49-F238E27FC236}">
                  <a16:creationId xmlns:a16="http://schemas.microsoft.com/office/drawing/2014/main" id="{795C83E7-3367-D16D-89F1-CF6E06D3E6C5}"/>
                </a:ext>
              </a:extLst>
            </p:cNvPr>
            <p:cNvSpPr/>
            <p:nvPr/>
          </p:nvSpPr>
          <p:spPr>
            <a:xfrm>
              <a:off x="9" y="3269110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9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9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58"/>
                  </a:lnTo>
                  <a:lnTo>
                    <a:pt x="3751" y="4215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44"/>
                  </a:lnTo>
                  <a:close/>
                  <a:moveTo>
                    <a:pt x="12562" y="7716"/>
                  </a:moveTo>
                  <a:lnTo>
                    <a:pt x="13776" y="9752"/>
                  </a:lnTo>
                  <a:lnTo>
                    <a:pt x="11312" y="10395"/>
                  </a:lnTo>
                  <a:lnTo>
                    <a:pt x="8537" y="7716"/>
                  </a:lnTo>
                  <a:close/>
                  <a:moveTo>
                    <a:pt x="6501" y="7728"/>
                  </a:moveTo>
                  <a:lnTo>
                    <a:pt x="3656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097" y="8299"/>
                  </a:moveTo>
                  <a:lnTo>
                    <a:pt x="7097" y="12192"/>
                  </a:lnTo>
                  <a:lnTo>
                    <a:pt x="5001" y="13371"/>
                  </a:lnTo>
                  <a:lnTo>
                    <a:pt x="4346" y="10978"/>
                  </a:lnTo>
                  <a:lnTo>
                    <a:pt x="7097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2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376;p9">
              <a:extLst>
                <a:ext uri="{FF2B5EF4-FFF2-40B4-BE49-F238E27FC236}">
                  <a16:creationId xmlns:a16="http://schemas.microsoft.com/office/drawing/2014/main" id="{B3584884-6D0F-A918-D12E-E2CE137D2F07}"/>
                </a:ext>
              </a:extLst>
            </p:cNvPr>
            <p:cNvSpPr/>
            <p:nvPr/>
          </p:nvSpPr>
          <p:spPr>
            <a:xfrm>
              <a:off x="9" y="479723"/>
              <a:ext cx="478772" cy="465476"/>
            </a:xfrm>
            <a:custGeom>
              <a:avLst/>
              <a:gdLst/>
              <a:ahLst/>
              <a:cxnLst/>
              <a:rect l="l" t="t" r="r" b="b"/>
              <a:pathLst>
                <a:path w="15051" h="14633" extrusionOk="0">
                  <a:moveTo>
                    <a:pt x="4894" y="1298"/>
                  </a:moveTo>
                  <a:lnTo>
                    <a:pt x="7109" y="2536"/>
                  </a:lnTo>
                  <a:lnTo>
                    <a:pt x="7109" y="6334"/>
                  </a:lnTo>
                  <a:lnTo>
                    <a:pt x="4275" y="3572"/>
                  </a:lnTo>
                  <a:lnTo>
                    <a:pt x="4894" y="1298"/>
                  </a:lnTo>
                  <a:close/>
                  <a:moveTo>
                    <a:pt x="10050" y="1250"/>
                  </a:moveTo>
                  <a:lnTo>
                    <a:pt x="10704" y="3655"/>
                  </a:lnTo>
                  <a:lnTo>
                    <a:pt x="7930" y="6334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0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489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55"/>
                  </a:moveTo>
                  <a:lnTo>
                    <a:pt x="13717" y="4763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55"/>
                  </a:lnTo>
                  <a:close/>
                  <a:moveTo>
                    <a:pt x="12562" y="7727"/>
                  </a:moveTo>
                  <a:lnTo>
                    <a:pt x="13764" y="9763"/>
                  </a:lnTo>
                  <a:lnTo>
                    <a:pt x="11312" y="10406"/>
                  </a:lnTo>
                  <a:lnTo>
                    <a:pt x="8537" y="7727"/>
                  </a:lnTo>
                  <a:close/>
                  <a:moveTo>
                    <a:pt x="6537" y="7739"/>
                  </a:moveTo>
                  <a:lnTo>
                    <a:pt x="3680" y="10501"/>
                  </a:lnTo>
                  <a:lnTo>
                    <a:pt x="1334" y="9882"/>
                  </a:lnTo>
                  <a:lnTo>
                    <a:pt x="2620" y="7739"/>
                  </a:lnTo>
                  <a:close/>
                  <a:moveTo>
                    <a:pt x="7942" y="8311"/>
                  </a:moveTo>
                  <a:lnTo>
                    <a:pt x="10788" y="11061"/>
                  </a:lnTo>
                  <a:lnTo>
                    <a:pt x="10169" y="13335"/>
                  </a:lnTo>
                  <a:lnTo>
                    <a:pt x="7942" y="12097"/>
                  </a:lnTo>
                  <a:lnTo>
                    <a:pt x="7942" y="8311"/>
                  </a:lnTo>
                  <a:close/>
                  <a:moveTo>
                    <a:pt x="7109" y="8311"/>
                  </a:moveTo>
                  <a:lnTo>
                    <a:pt x="7109" y="12204"/>
                  </a:lnTo>
                  <a:lnTo>
                    <a:pt x="5001" y="13383"/>
                  </a:lnTo>
                  <a:lnTo>
                    <a:pt x="4346" y="10989"/>
                  </a:lnTo>
                  <a:lnTo>
                    <a:pt x="7109" y="8311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4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43"/>
                  </a:lnTo>
                  <a:lnTo>
                    <a:pt x="1" y="4370"/>
                  </a:lnTo>
                  <a:lnTo>
                    <a:pt x="429" y="5096"/>
                  </a:lnTo>
                  <a:lnTo>
                    <a:pt x="1810" y="7418"/>
                  </a:lnTo>
                  <a:lnTo>
                    <a:pt x="477" y="9668"/>
                  </a:lnTo>
                  <a:lnTo>
                    <a:pt x="36" y="10394"/>
                  </a:lnTo>
                  <a:lnTo>
                    <a:pt x="894" y="10620"/>
                  </a:lnTo>
                  <a:lnTo>
                    <a:pt x="3561" y="11311"/>
                  </a:lnTo>
                  <a:lnTo>
                    <a:pt x="4239" y="13811"/>
                  </a:lnTo>
                  <a:lnTo>
                    <a:pt x="4466" y="14633"/>
                  </a:lnTo>
                  <a:lnTo>
                    <a:pt x="5228" y="14216"/>
                  </a:lnTo>
                  <a:lnTo>
                    <a:pt x="7621" y="12883"/>
                  </a:lnTo>
                  <a:lnTo>
                    <a:pt x="9930" y="14168"/>
                  </a:lnTo>
                  <a:lnTo>
                    <a:pt x="10681" y="14585"/>
                  </a:lnTo>
                  <a:lnTo>
                    <a:pt x="10907" y="13776"/>
                  </a:lnTo>
                  <a:lnTo>
                    <a:pt x="11621" y="11180"/>
                  </a:lnTo>
                  <a:lnTo>
                    <a:pt x="14193" y="10513"/>
                  </a:lnTo>
                  <a:lnTo>
                    <a:pt x="15050" y="10287"/>
                  </a:lnTo>
                  <a:lnTo>
                    <a:pt x="14610" y="9561"/>
                  </a:lnTo>
                  <a:lnTo>
                    <a:pt x="13229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377;p9">
              <a:extLst>
                <a:ext uri="{FF2B5EF4-FFF2-40B4-BE49-F238E27FC236}">
                  <a16:creationId xmlns:a16="http://schemas.microsoft.com/office/drawing/2014/main" id="{E753AC33-6392-CCBA-204A-57D3D1706403}"/>
                </a:ext>
              </a:extLst>
            </p:cNvPr>
            <p:cNvSpPr/>
            <p:nvPr/>
          </p:nvSpPr>
          <p:spPr>
            <a:xfrm>
              <a:off x="9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894" y="1286"/>
                  </a:moveTo>
                  <a:lnTo>
                    <a:pt x="7109" y="2512"/>
                  </a:lnTo>
                  <a:lnTo>
                    <a:pt x="7109" y="6310"/>
                  </a:lnTo>
                  <a:lnTo>
                    <a:pt x="4275" y="3560"/>
                  </a:lnTo>
                  <a:lnTo>
                    <a:pt x="4894" y="1286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63" y="4858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51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8" y="11049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192"/>
                  </a:lnTo>
                  <a:lnTo>
                    <a:pt x="7109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7" y="9644"/>
                  </a:lnTo>
                  <a:lnTo>
                    <a:pt x="36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68"/>
                  </a:lnTo>
                  <a:lnTo>
                    <a:pt x="14193" y="10501"/>
                  </a:lnTo>
                  <a:lnTo>
                    <a:pt x="15050" y="10275"/>
                  </a:lnTo>
                  <a:lnTo>
                    <a:pt x="14610" y="9549"/>
                  </a:lnTo>
                  <a:lnTo>
                    <a:pt x="13229" y="7227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378;p9">
              <a:extLst>
                <a:ext uri="{FF2B5EF4-FFF2-40B4-BE49-F238E27FC236}">
                  <a16:creationId xmlns:a16="http://schemas.microsoft.com/office/drawing/2014/main" id="{067117C9-A74C-94E2-CB41-DBAE7E3F0075}"/>
                </a:ext>
              </a:extLst>
            </p:cNvPr>
            <p:cNvSpPr/>
            <p:nvPr/>
          </p:nvSpPr>
          <p:spPr>
            <a:xfrm>
              <a:off x="9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4"/>
                  </a:moveTo>
                  <a:lnTo>
                    <a:pt x="7109" y="2512"/>
                  </a:lnTo>
                  <a:lnTo>
                    <a:pt x="7109" y="6311"/>
                  </a:lnTo>
                  <a:lnTo>
                    <a:pt x="4275" y="3560"/>
                  </a:lnTo>
                  <a:lnTo>
                    <a:pt x="4894" y="1274"/>
                  </a:lnTo>
                  <a:close/>
                  <a:moveTo>
                    <a:pt x="10050" y="1238"/>
                  </a:moveTo>
                  <a:lnTo>
                    <a:pt x="10704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489" y="6894"/>
                  </a:lnTo>
                  <a:lnTo>
                    <a:pt x="1275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894"/>
                  </a:lnTo>
                  <a:lnTo>
                    <a:pt x="8537" y="6894"/>
                  </a:lnTo>
                  <a:lnTo>
                    <a:pt x="11383" y="4132"/>
                  </a:lnTo>
                  <a:close/>
                  <a:moveTo>
                    <a:pt x="12562" y="7704"/>
                  </a:moveTo>
                  <a:lnTo>
                    <a:pt x="13776" y="9751"/>
                  </a:lnTo>
                  <a:lnTo>
                    <a:pt x="11312" y="10382"/>
                  </a:lnTo>
                  <a:lnTo>
                    <a:pt x="8537" y="7704"/>
                  </a:lnTo>
                  <a:close/>
                  <a:moveTo>
                    <a:pt x="6537" y="7704"/>
                  </a:moveTo>
                  <a:lnTo>
                    <a:pt x="3680" y="10466"/>
                  </a:lnTo>
                  <a:lnTo>
                    <a:pt x="1334" y="9847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09" y="8287"/>
                  </a:moveTo>
                  <a:lnTo>
                    <a:pt x="7109" y="12192"/>
                  </a:lnTo>
                  <a:lnTo>
                    <a:pt x="7097" y="12192"/>
                  </a:lnTo>
                  <a:lnTo>
                    <a:pt x="5001" y="13359"/>
                  </a:lnTo>
                  <a:lnTo>
                    <a:pt x="4346" y="10966"/>
                  </a:lnTo>
                  <a:lnTo>
                    <a:pt x="7109" y="8287"/>
                  </a:lnTo>
                  <a:close/>
                  <a:moveTo>
                    <a:pt x="10585" y="0"/>
                  </a:moveTo>
                  <a:lnTo>
                    <a:pt x="9823" y="417"/>
                  </a:lnTo>
                  <a:lnTo>
                    <a:pt x="7430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8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44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39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3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90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379;p9">
              <a:extLst>
                <a:ext uri="{FF2B5EF4-FFF2-40B4-BE49-F238E27FC236}">
                  <a16:creationId xmlns:a16="http://schemas.microsoft.com/office/drawing/2014/main" id="{0759342B-2FC1-4361-2CD7-8F2E2C562710}"/>
                </a:ext>
              </a:extLst>
            </p:cNvPr>
            <p:cNvSpPr/>
            <p:nvPr/>
          </p:nvSpPr>
          <p:spPr>
            <a:xfrm>
              <a:off x="482916" y="1874591"/>
              <a:ext cx="478741" cy="464744"/>
            </a:xfrm>
            <a:custGeom>
              <a:avLst/>
              <a:gdLst/>
              <a:ahLst/>
              <a:cxnLst/>
              <a:rect l="l" t="t" r="r" b="b"/>
              <a:pathLst>
                <a:path w="15050" h="14610" extrusionOk="0">
                  <a:moveTo>
                    <a:pt x="4882" y="1298"/>
                  </a:moveTo>
                  <a:lnTo>
                    <a:pt x="7096" y="2525"/>
                  </a:lnTo>
                  <a:lnTo>
                    <a:pt x="7096" y="6323"/>
                  </a:lnTo>
                  <a:lnTo>
                    <a:pt x="4251" y="3573"/>
                  </a:lnTo>
                  <a:lnTo>
                    <a:pt x="4882" y="1298"/>
                  </a:lnTo>
                  <a:close/>
                  <a:moveTo>
                    <a:pt x="10025" y="1251"/>
                  </a:moveTo>
                  <a:lnTo>
                    <a:pt x="10680" y="3644"/>
                  </a:lnTo>
                  <a:lnTo>
                    <a:pt x="7918" y="6323"/>
                  </a:lnTo>
                  <a:lnTo>
                    <a:pt x="7918" y="2430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32"/>
                  </a:moveTo>
                  <a:lnTo>
                    <a:pt x="13704" y="4751"/>
                  </a:lnTo>
                  <a:lnTo>
                    <a:pt x="12430" y="6894"/>
                  </a:lnTo>
                  <a:lnTo>
                    <a:pt x="8513" y="6894"/>
                  </a:lnTo>
                  <a:lnTo>
                    <a:pt x="11371" y="4132"/>
                  </a:lnTo>
                  <a:close/>
                  <a:moveTo>
                    <a:pt x="3739" y="4227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7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299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097"/>
                  </a:lnTo>
                  <a:lnTo>
                    <a:pt x="7930" y="8299"/>
                  </a:lnTo>
                  <a:close/>
                  <a:moveTo>
                    <a:pt x="7108" y="8299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78"/>
                  </a:lnTo>
                  <a:lnTo>
                    <a:pt x="7108" y="8299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51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5" y="4120"/>
                  </a:lnTo>
                  <a:lnTo>
                    <a:pt x="0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6" y="9645"/>
                  </a:lnTo>
                  <a:lnTo>
                    <a:pt x="48" y="10371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27" y="14193"/>
                  </a:lnTo>
                  <a:lnTo>
                    <a:pt x="7620" y="12859"/>
                  </a:lnTo>
                  <a:lnTo>
                    <a:pt x="9930" y="14145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50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73" y="4966"/>
                  </a:lnTo>
                  <a:lnTo>
                    <a:pt x="15002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380;p9">
              <a:extLst>
                <a:ext uri="{FF2B5EF4-FFF2-40B4-BE49-F238E27FC236}">
                  <a16:creationId xmlns:a16="http://schemas.microsoft.com/office/drawing/2014/main" id="{74CFBA32-59A4-4F3F-AE20-B10C9AEEA471}"/>
                </a:ext>
              </a:extLst>
            </p:cNvPr>
            <p:cNvSpPr/>
            <p:nvPr/>
          </p:nvSpPr>
          <p:spPr>
            <a:xfrm>
              <a:off x="482535" y="944785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99"/>
                  </a:moveTo>
                  <a:lnTo>
                    <a:pt x="7108" y="2525"/>
                  </a:lnTo>
                  <a:lnTo>
                    <a:pt x="7108" y="6323"/>
                  </a:lnTo>
                  <a:lnTo>
                    <a:pt x="4263" y="3573"/>
                  </a:lnTo>
                  <a:lnTo>
                    <a:pt x="4894" y="1299"/>
                  </a:lnTo>
                  <a:close/>
                  <a:moveTo>
                    <a:pt x="10037" y="1251"/>
                  </a:moveTo>
                  <a:lnTo>
                    <a:pt x="10692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37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1"/>
                  </a:lnTo>
                  <a:lnTo>
                    <a:pt x="3751" y="4228"/>
                  </a:lnTo>
                  <a:close/>
                  <a:moveTo>
                    <a:pt x="11383" y="4156"/>
                  </a:moveTo>
                  <a:lnTo>
                    <a:pt x="13716" y="4763"/>
                  </a:lnTo>
                  <a:lnTo>
                    <a:pt x="12442" y="6906"/>
                  </a:lnTo>
                  <a:lnTo>
                    <a:pt x="8525" y="6906"/>
                  </a:lnTo>
                  <a:lnTo>
                    <a:pt x="11383" y="4156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59"/>
                  </a:lnTo>
                  <a:lnTo>
                    <a:pt x="2620" y="7704"/>
                  </a:lnTo>
                  <a:close/>
                  <a:moveTo>
                    <a:pt x="7942" y="8300"/>
                  </a:moveTo>
                  <a:lnTo>
                    <a:pt x="10787" y="11050"/>
                  </a:lnTo>
                  <a:lnTo>
                    <a:pt x="10156" y="13336"/>
                  </a:lnTo>
                  <a:lnTo>
                    <a:pt x="7942" y="12098"/>
                  </a:lnTo>
                  <a:lnTo>
                    <a:pt x="7942" y="8300"/>
                  </a:lnTo>
                  <a:close/>
                  <a:moveTo>
                    <a:pt x="7120" y="8300"/>
                  </a:moveTo>
                  <a:lnTo>
                    <a:pt x="7120" y="12205"/>
                  </a:lnTo>
                  <a:lnTo>
                    <a:pt x="7108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20" y="8300"/>
                  </a:lnTo>
                  <a:close/>
                  <a:moveTo>
                    <a:pt x="10573" y="1"/>
                  </a:moveTo>
                  <a:lnTo>
                    <a:pt x="9823" y="418"/>
                  </a:lnTo>
                  <a:lnTo>
                    <a:pt x="7418" y="1751"/>
                  </a:lnTo>
                  <a:lnTo>
                    <a:pt x="5120" y="465"/>
                  </a:lnTo>
                  <a:lnTo>
                    <a:pt x="4358" y="49"/>
                  </a:lnTo>
                  <a:lnTo>
                    <a:pt x="4132" y="858"/>
                  </a:lnTo>
                  <a:lnTo>
                    <a:pt x="3417" y="3454"/>
                  </a:lnTo>
                  <a:lnTo>
                    <a:pt x="846" y="4120"/>
                  </a:lnTo>
                  <a:lnTo>
                    <a:pt x="0" y="4347"/>
                  </a:lnTo>
                  <a:lnTo>
                    <a:pt x="429" y="5073"/>
                  </a:lnTo>
                  <a:lnTo>
                    <a:pt x="1810" y="7395"/>
                  </a:lnTo>
                  <a:lnTo>
                    <a:pt x="476" y="9645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65" y="14610"/>
                  </a:lnTo>
                  <a:lnTo>
                    <a:pt x="5215" y="14193"/>
                  </a:lnTo>
                  <a:lnTo>
                    <a:pt x="7620" y="12860"/>
                  </a:lnTo>
                  <a:lnTo>
                    <a:pt x="9918" y="14145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8"/>
                  </a:lnTo>
                  <a:lnTo>
                    <a:pt x="13228" y="7216"/>
                  </a:lnTo>
                  <a:lnTo>
                    <a:pt x="14562" y="4966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381;p9">
              <a:extLst>
                <a:ext uri="{FF2B5EF4-FFF2-40B4-BE49-F238E27FC236}">
                  <a16:creationId xmlns:a16="http://schemas.microsoft.com/office/drawing/2014/main" id="{7810E06F-2B15-705A-0A41-7EF7916F180A}"/>
                </a:ext>
              </a:extLst>
            </p:cNvPr>
            <p:cNvSpPr/>
            <p:nvPr/>
          </p:nvSpPr>
          <p:spPr>
            <a:xfrm>
              <a:off x="482916" y="1409497"/>
              <a:ext cx="478741" cy="465126"/>
            </a:xfrm>
            <a:custGeom>
              <a:avLst/>
              <a:gdLst/>
              <a:ahLst/>
              <a:cxnLst/>
              <a:rect l="l" t="t" r="r" b="b"/>
              <a:pathLst>
                <a:path w="15050" h="14622" extrusionOk="0">
                  <a:moveTo>
                    <a:pt x="4882" y="1299"/>
                  </a:moveTo>
                  <a:lnTo>
                    <a:pt x="7096" y="2537"/>
                  </a:lnTo>
                  <a:lnTo>
                    <a:pt x="7096" y="6335"/>
                  </a:lnTo>
                  <a:lnTo>
                    <a:pt x="4251" y="3573"/>
                  </a:lnTo>
                  <a:lnTo>
                    <a:pt x="4882" y="1299"/>
                  </a:lnTo>
                  <a:close/>
                  <a:moveTo>
                    <a:pt x="10025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10025" y="1251"/>
                  </a:lnTo>
                  <a:close/>
                  <a:moveTo>
                    <a:pt x="11371" y="4144"/>
                  </a:moveTo>
                  <a:lnTo>
                    <a:pt x="13704" y="4751"/>
                  </a:lnTo>
                  <a:lnTo>
                    <a:pt x="12430" y="6895"/>
                  </a:lnTo>
                  <a:lnTo>
                    <a:pt x="8513" y="6895"/>
                  </a:lnTo>
                  <a:lnTo>
                    <a:pt x="11371" y="4144"/>
                  </a:lnTo>
                  <a:close/>
                  <a:moveTo>
                    <a:pt x="3739" y="4228"/>
                  </a:moveTo>
                  <a:lnTo>
                    <a:pt x="6501" y="6906"/>
                  </a:lnTo>
                  <a:lnTo>
                    <a:pt x="2489" y="6906"/>
                  </a:lnTo>
                  <a:lnTo>
                    <a:pt x="1262" y="4870"/>
                  </a:lnTo>
                  <a:lnTo>
                    <a:pt x="3739" y="4228"/>
                  </a:lnTo>
                  <a:close/>
                  <a:moveTo>
                    <a:pt x="12549" y="7728"/>
                  </a:moveTo>
                  <a:lnTo>
                    <a:pt x="13764" y="9764"/>
                  </a:lnTo>
                  <a:lnTo>
                    <a:pt x="11299" y="10407"/>
                  </a:lnTo>
                  <a:lnTo>
                    <a:pt x="8525" y="7728"/>
                  </a:lnTo>
                  <a:close/>
                  <a:moveTo>
                    <a:pt x="6501" y="7728"/>
                  </a:moveTo>
                  <a:lnTo>
                    <a:pt x="3655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30" y="8311"/>
                  </a:moveTo>
                  <a:lnTo>
                    <a:pt x="10775" y="11062"/>
                  </a:lnTo>
                  <a:lnTo>
                    <a:pt x="10144" y="13336"/>
                  </a:lnTo>
                  <a:lnTo>
                    <a:pt x="7930" y="12109"/>
                  </a:lnTo>
                  <a:lnTo>
                    <a:pt x="7930" y="8311"/>
                  </a:lnTo>
                  <a:close/>
                  <a:moveTo>
                    <a:pt x="7108" y="8311"/>
                  </a:moveTo>
                  <a:lnTo>
                    <a:pt x="7108" y="12205"/>
                  </a:lnTo>
                  <a:lnTo>
                    <a:pt x="7096" y="12205"/>
                  </a:lnTo>
                  <a:lnTo>
                    <a:pt x="5001" y="13383"/>
                  </a:lnTo>
                  <a:lnTo>
                    <a:pt x="4346" y="10990"/>
                  </a:lnTo>
                  <a:lnTo>
                    <a:pt x="7108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4"/>
                  </a:lnTo>
                  <a:lnTo>
                    <a:pt x="845" y="4132"/>
                  </a:lnTo>
                  <a:lnTo>
                    <a:pt x="0" y="4347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48" y="10383"/>
                  </a:lnTo>
                  <a:lnTo>
                    <a:pt x="893" y="10597"/>
                  </a:lnTo>
                  <a:lnTo>
                    <a:pt x="3560" y="11300"/>
                  </a:lnTo>
                  <a:lnTo>
                    <a:pt x="4239" y="13800"/>
                  </a:lnTo>
                  <a:lnTo>
                    <a:pt x="4465" y="14622"/>
                  </a:lnTo>
                  <a:lnTo>
                    <a:pt x="5227" y="14205"/>
                  </a:lnTo>
                  <a:lnTo>
                    <a:pt x="7620" y="12860"/>
                  </a:lnTo>
                  <a:lnTo>
                    <a:pt x="9930" y="14157"/>
                  </a:lnTo>
                  <a:lnTo>
                    <a:pt x="10680" y="14574"/>
                  </a:lnTo>
                  <a:lnTo>
                    <a:pt x="10906" y="13753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50" y="10276"/>
                  </a:lnTo>
                  <a:lnTo>
                    <a:pt x="14609" y="9550"/>
                  </a:lnTo>
                  <a:lnTo>
                    <a:pt x="13228" y="7228"/>
                  </a:lnTo>
                  <a:lnTo>
                    <a:pt x="14573" y="4978"/>
                  </a:lnTo>
                  <a:lnTo>
                    <a:pt x="15002" y="4251"/>
                  </a:lnTo>
                  <a:lnTo>
                    <a:pt x="14157" y="4025"/>
                  </a:lnTo>
                  <a:lnTo>
                    <a:pt x="11490" y="3323"/>
                  </a:lnTo>
                  <a:lnTo>
                    <a:pt x="10799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382;p9">
              <a:extLst>
                <a:ext uri="{FF2B5EF4-FFF2-40B4-BE49-F238E27FC236}">
                  <a16:creationId xmlns:a16="http://schemas.microsoft.com/office/drawing/2014/main" id="{E3550558-9443-80F3-8A3D-A784B79FF7E5}"/>
                </a:ext>
              </a:extLst>
            </p:cNvPr>
            <p:cNvSpPr/>
            <p:nvPr/>
          </p:nvSpPr>
          <p:spPr>
            <a:xfrm>
              <a:off x="964647" y="3734204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74"/>
                  </a:moveTo>
                  <a:lnTo>
                    <a:pt x="7121" y="2512"/>
                  </a:lnTo>
                  <a:lnTo>
                    <a:pt x="7121" y="6311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8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1"/>
                  </a:lnTo>
                  <a:lnTo>
                    <a:pt x="11312" y="10382"/>
                  </a:lnTo>
                  <a:lnTo>
                    <a:pt x="8550" y="7704"/>
                  </a:lnTo>
                  <a:close/>
                  <a:moveTo>
                    <a:pt x="6526" y="7704"/>
                  </a:moveTo>
                  <a:lnTo>
                    <a:pt x="3668" y="10466"/>
                  </a:lnTo>
                  <a:lnTo>
                    <a:pt x="1334" y="9847"/>
                  </a:lnTo>
                  <a:lnTo>
                    <a:pt x="2608" y="7704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21" y="8287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59"/>
                  </a:lnTo>
                  <a:lnTo>
                    <a:pt x="4347" y="10966"/>
                  </a:lnTo>
                  <a:lnTo>
                    <a:pt x="7121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0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57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90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383;p9">
              <a:extLst>
                <a:ext uri="{FF2B5EF4-FFF2-40B4-BE49-F238E27FC236}">
                  <a16:creationId xmlns:a16="http://schemas.microsoft.com/office/drawing/2014/main" id="{4B6C4D21-4006-6D5A-0419-D29146833776}"/>
                </a:ext>
              </a:extLst>
            </p:cNvPr>
            <p:cNvSpPr/>
            <p:nvPr/>
          </p:nvSpPr>
          <p:spPr>
            <a:xfrm>
              <a:off x="482535" y="2339304"/>
              <a:ext cx="478359" cy="465126"/>
            </a:xfrm>
            <a:custGeom>
              <a:avLst/>
              <a:gdLst/>
              <a:ahLst/>
              <a:cxnLst/>
              <a:rect l="l" t="t" r="r" b="b"/>
              <a:pathLst>
                <a:path w="15038" h="14622" extrusionOk="0">
                  <a:moveTo>
                    <a:pt x="4894" y="1286"/>
                  </a:moveTo>
                  <a:lnTo>
                    <a:pt x="7108" y="2525"/>
                  </a:lnTo>
                  <a:lnTo>
                    <a:pt x="7108" y="6311"/>
                  </a:lnTo>
                  <a:lnTo>
                    <a:pt x="4263" y="3561"/>
                  </a:lnTo>
                  <a:lnTo>
                    <a:pt x="4894" y="1286"/>
                  </a:lnTo>
                  <a:close/>
                  <a:moveTo>
                    <a:pt x="10037" y="1251"/>
                  </a:moveTo>
                  <a:lnTo>
                    <a:pt x="10692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37" y="1251"/>
                  </a:lnTo>
                  <a:close/>
                  <a:moveTo>
                    <a:pt x="11383" y="4144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44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4" y="4870"/>
                  </a:lnTo>
                  <a:lnTo>
                    <a:pt x="3751" y="4227"/>
                  </a:lnTo>
                  <a:close/>
                  <a:moveTo>
                    <a:pt x="12561" y="7728"/>
                  </a:moveTo>
                  <a:lnTo>
                    <a:pt x="13776" y="9764"/>
                  </a:lnTo>
                  <a:lnTo>
                    <a:pt x="11311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596" y="7716"/>
                  </a:lnTo>
                  <a:close/>
                  <a:moveTo>
                    <a:pt x="7942" y="8299"/>
                  </a:moveTo>
                  <a:lnTo>
                    <a:pt x="10787" y="11050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87"/>
                  </a:moveTo>
                  <a:lnTo>
                    <a:pt x="7120" y="12193"/>
                  </a:lnTo>
                  <a:lnTo>
                    <a:pt x="7108" y="12193"/>
                  </a:lnTo>
                  <a:lnTo>
                    <a:pt x="5013" y="13371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1"/>
                  </a:moveTo>
                  <a:lnTo>
                    <a:pt x="9811" y="417"/>
                  </a:lnTo>
                  <a:lnTo>
                    <a:pt x="7418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6" y="9645"/>
                  </a:lnTo>
                  <a:lnTo>
                    <a:pt x="36" y="10383"/>
                  </a:lnTo>
                  <a:lnTo>
                    <a:pt x="893" y="10597"/>
                  </a:lnTo>
                  <a:lnTo>
                    <a:pt x="3548" y="11300"/>
                  </a:lnTo>
                  <a:lnTo>
                    <a:pt x="4239" y="13800"/>
                  </a:lnTo>
                  <a:lnTo>
                    <a:pt x="4453" y="14621"/>
                  </a:lnTo>
                  <a:lnTo>
                    <a:pt x="5215" y="14205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69"/>
                  </a:lnTo>
                  <a:lnTo>
                    <a:pt x="14192" y="10502"/>
                  </a:lnTo>
                  <a:lnTo>
                    <a:pt x="15038" y="10276"/>
                  </a:lnTo>
                  <a:lnTo>
                    <a:pt x="14609" y="9549"/>
                  </a:lnTo>
                  <a:lnTo>
                    <a:pt x="13228" y="7228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5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384;p9">
              <a:extLst>
                <a:ext uri="{FF2B5EF4-FFF2-40B4-BE49-F238E27FC236}">
                  <a16:creationId xmlns:a16="http://schemas.microsoft.com/office/drawing/2014/main" id="{808EFBA4-71F1-74BC-E20A-DDA033A0E9DA}"/>
                </a:ext>
              </a:extLst>
            </p:cNvPr>
            <p:cNvSpPr/>
            <p:nvPr/>
          </p:nvSpPr>
          <p:spPr>
            <a:xfrm>
              <a:off x="964647" y="4198916"/>
              <a:ext cx="478772" cy="465094"/>
            </a:xfrm>
            <a:custGeom>
              <a:avLst/>
              <a:gdLst/>
              <a:ahLst/>
              <a:cxnLst/>
              <a:rect l="l" t="t" r="r" b="b"/>
              <a:pathLst>
                <a:path w="15051" h="14621" extrusionOk="0">
                  <a:moveTo>
                    <a:pt x="4906" y="1286"/>
                  </a:moveTo>
                  <a:lnTo>
                    <a:pt x="7121" y="2512"/>
                  </a:lnTo>
                  <a:lnTo>
                    <a:pt x="7121" y="6310"/>
                  </a:lnTo>
                  <a:lnTo>
                    <a:pt x="4275" y="3560"/>
                  </a:lnTo>
                  <a:lnTo>
                    <a:pt x="4906" y="1286"/>
                  </a:lnTo>
                  <a:close/>
                  <a:moveTo>
                    <a:pt x="10050" y="1238"/>
                  </a:moveTo>
                  <a:lnTo>
                    <a:pt x="10705" y="3632"/>
                  </a:lnTo>
                  <a:lnTo>
                    <a:pt x="7942" y="6310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38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99" y="4858"/>
                  </a:lnTo>
                  <a:lnTo>
                    <a:pt x="3751" y="4215"/>
                  </a:lnTo>
                  <a:close/>
                  <a:moveTo>
                    <a:pt x="12562" y="7715"/>
                  </a:moveTo>
                  <a:lnTo>
                    <a:pt x="13788" y="9751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66"/>
                  </a:lnTo>
                  <a:lnTo>
                    <a:pt x="1346" y="9859"/>
                  </a:lnTo>
                  <a:lnTo>
                    <a:pt x="2620" y="7715"/>
                  </a:lnTo>
                  <a:close/>
                  <a:moveTo>
                    <a:pt x="7954" y="8299"/>
                  </a:moveTo>
                  <a:lnTo>
                    <a:pt x="10800" y="11049"/>
                  </a:lnTo>
                  <a:lnTo>
                    <a:pt x="10169" y="13323"/>
                  </a:lnTo>
                  <a:lnTo>
                    <a:pt x="7954" y="12085"/>
                  </a:lnTo>
                  <a:lnTo>
                    <a:pt x="7954" y="8299"/>
                  </a:lnTo>
                  <a:close/>
                  <a:moveTo>
                    <a:pt x="7121" y="8299"/>
                  </a:moveTo>
                  <a:lnTo>
                    <a:pt x="7121" y="12192"/>
                  </a:lnTo>
                  <a:lnTo>
                    <a:pt x="7109" y="12192"/>
                  </a:lnTo>
                  <a:lnTo>
                    <a:pt x="5002" y="13371"/>
                  </a:lnTo>
                  <a:lnTo>
                    <a:pt x="4347" y="10978"/>
                  </a:lnTo>
                  <a:lnTo>
                    <a:pt x="7121" y="8299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62"/>
                  </a:lnTo>
                  <a:lnTo>
                    <a:pt x="5121" y="465"/>
                  </a:lnTo>
                  <a:lnTo>
                    <a:pt x="4359" y="48"/>
                  </a:lnTo>
                  <a:lnTo>
                    <a:pt x="4144" y="869"/>
                  </a:lnTo>
                  <a:lnTo>
                    <a:pt x="3430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30" y="5084"/>
                  </a:lnTo>
                  <a:lnTo>
                    <a:pt x="1823" y="7406"/>
                  </a:lnTo>
                  <a:lnTo>
                    <a:pt x="477" y="9644"/>
                  </a:lnTo>
                  <a:lnTo>
                    <a:pt x="49" y="10382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799"/>
                  </a:lnTo>
                  <a:lnTo>
                    <a:pt x="4466" y="14621"/>
                  </a:lnTo>
                  <a:lnTo>
                    <a:pt x="5228" y="14204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3"/>
                  </a:lnTo>
                  <a:lnTo>
                    <a:pt x="10907" y="13752"/>
                  </a:lnTo>
                  <a:lnTo>
                    <a:pt x="11633" y="11168"/>
                  </a:lnTo>
                  <a:lnTo>
                    <a:pt x="14205" y="10501"/>
                  </a:lnTo>
                  <a:lnTo>
                    <a:pt x="15050" y="10275"/>
                  </a:lnTo>
                  <a:lnTo>
                    <a:pt x="14622" y="9549"/>
                  </a:lnTo>
                  <a:lnTo>
                    <a:pt x="13241" y="7227"/>
                  </a:lnTo>
                  <a:lnTo>
                    <a:pt x="14574" y="4977"/>
                  </a:lnTo>
                  <a:lnTo>
                    <a:pt x="15003" y="4251"/>
                  </a:lnTo>
                  <a:lnTo>
                    <a:pt x="14157" y="4024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385;p9">
              <a:extLst>
                <a:ext uri="{FF2B5EF4-FFF2-40B4-BE49-F238E27FC236}">
                  <a16:creationId xmlns:a16="http://schemas.microsoft.com/office/drawing/2014/main" id="{39F66762-521A-4DCE-9D88-91097B3004A4}"/>
                </a:ext>
              </a:extLst>
            </p:cNvPr>
            <p:cNvSpPr/>
            <p:nvPr/>
          </p:nvSpPr>
          <p:spPr>
            <a:xfrm>
              <a:off x="964647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906" y="1286"/>
                  </a:moveTo>
                  <a:lnTo>
                    <a:pt x="7121" y="2524"/>
                  </a:lnTo>
                  <a:lnTo>
                    <a:pt x="7121" y="6322"/>
                  </a:lnTo>
                  <a:lnTo>
                    <a:pt x="4275" y="3572"/>
                  </a:lnTo>
                  <a:lnTo>
                    <a:pt x="4906" y="1286"/>
                  </a:lnTo>
                  <a:close/>
                  <a:moveTo>
                    <a:pt x="10050" y="1250"/>
                  </a:moveTo>
                  <a:lnTo>
                    <a:pt x="10705" y="3643"/>
                  </a:lnTo>
                  <a:lnTo>
                    <a:pt x="7942" y="6322"/>
                  </a:lnTo>
                  <a:lnTo>
                    <a:pt x="7942" y="2417"/>
                  </a:lnTo>
                  <a:lnTo>
                    <a:pt x="7954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26" y="6882"/>
                  </a:lnTo>
                  <a:lnTo>
                    <a:pt x="2501" y="6882"/>
                  </a:lnTo>
                  <a:lnTo>
                    <a:pt x="1287" y="4846"/>
                  </a:lnTo>
                  <a:lnTo>
                    <a:pt x="3751" y="4203"/>
                  </a:lnTo>
                  <a:close/>
                  <a:moveTo>
                    <a:pt x="11395" y="4132"/>
                  </a:moveTo>
                  <a:lnTo>
                    <a:pt x="13729" y="4739"/>
                  </a:lnTo>
                  <a:lnTo>
                    <a:pt x="12443" y="6882"/>
                  </a:lnTo>
                  <a:lnTo>
                    <a:pt x="8526" y="6882"/>
                  </a:lnTo>
                  <a:lnTo>
                    <a:pt x="11395" y="4132"/>
                  </a:lnTo>
                  <a:close/>
                  <a:moveTo>
                    <a:pt x="12562" y="7715"/>
                  </a:moveTo>
                  <a:lnTo>
                    <a:pt x="13788" y="9763"/>
                  </a:lnTo>
                  <a:lnTo>
                    <a:pt x="11312" y="10394"/>
                  </a:lnTo>
                  <a:lnTo>
                    <a:pt x="8550" y="7715"/>
                  </a:lnTo>
                  <a:close/>
                  <a:moveTo>
                    <a:pt x="6537" y="7715"/>
                  </a:moveTo>
                  <a:lnTo>
                    <a:pt x="3680" y="10478"/>
                  </a:lnTo>
                  <a:lnTo>
                    <a:pt x="1346" y="9858"/>
                  </a:lnTo>
                  <a:lnTo>
                    <a:pt x="2620" y="7715"/>
                  </a:lnTo>
                  <a:close/>
                  <a:moveTo>
                    <a:pt x="7954" y="8287"/>
                  </a:moveTo>
                  <a:lnTo>
                    <a:pt x="10800" y="11037"/>
                  </a:lnTo>
                  <a:lnTo>
                    <a:pt x="10169" y="13311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21" y="12204"/>
                  </a:lnTo>
                  <a:lnTo>
                    <a:pt x="5025" y="13371"/>
                  </a:lnTo>
                  <a:lnTo>
                    <a:pt x="4370" y="10978"/>
                  </a:lnTo>
                  <a:lnTo>
                    <a:pt x="7133" y="8299"/>
                  </a:lnTo>
                  <a:close/>
                  <a:moveTo>
                    <a:pt x="10586" y="0"/>
                  </a:moveTo>
                  <a:lnTo>
                    <a:pt x="9824" y="405"/>
                  </a:lnTo>
                  <a:lnTo>
                    <a:pt x="7430" y="1750"/>
                  </a:lnTo>
                  <a:lnTo>
                    <a:pt x="5121" y="453"/>
                  </a:lnTo>
                  <a:lnTo>
                    <a:pt x="4359" y="36"/>
                  </a:lnTo>
                  <a:lnTo>
                    <a:pt x="4144" y="857"/>
                  </a:lnTo>
                  <a:lnTo>
                    <a:pt x="3430" y="3441"/>
                  </a:lnTo>
                  <a:lnTo>
                    <a:pt x="846" y="4120"/>
                  </a:lnTo>
                  <a:lnTo>
                    <a:pt x="1" y="4334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32"/>
                  </a:lnTo>
                  <a:lnTo>
                    <a:pt x="49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51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1" y="14145"/>
                  </a:lnTo>
                  <a:lnTo>
                    <a:pt x="10693" y="14561"/>
                  </a:lnTo>
                  <a:lnTo>
                    <a:pt x="10907" y="13752"/>
                  </a:lnTo>
                  <a:lnTo>
                    <a:pt x="11633" y="11156"/>
                  </a:lnTo>
                  <a:lnTo>
                    <a:pt x="14205" y="10489"/>
                  </a:lnTo>
                  <a:lnTo>
                    <a:pt x="15050" y="10263"/>
                  </a:lnTo>
                  <a:lnTo>
                    <a:pt x="14622" y="9537"/>
                  </a:lnTo>
                  <a:lnTo>
                    <a:pt x="13241" y="7215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12" y="810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386;p9">
              <a:extLst>
                <a:ext uri="{FF2B5EF4-FFF2-40B4-BE49-F238E27FC236}">
                  <a16:creationId xmlns:a16="http://schemas.microsoft.com/office/drawing/2014/main" id="{B5799DA2-42B6-4466-DB5C-F0AC79398DB3}"/>
                </a:ext>
              </a:extLst>
            </p:cNvPr>
            <p:cNvSpPr/>
            <p:nvPr/>
          </p:nvSpPr>
          <p:spPr>
            <a:xfrm>
              <a:off x="964647" y="2804398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10050" y="1239"/>
                  </a:moveTo>
                  <a:lnTo>
                    <a:pt x="10705" y="3632"/>
                  </a:lnTo>
                  <a:lnTo>
                    <a:pt x="7942" y="6311"/>
                  </a:lnTo>
                  <a:lnTo>
                    <a:pt x="7942" y="2405"/>
                  </a:lnTo>
                  <a:lnTo>
                    <a:pt x="7954" y="2405"/>
                  </a:lnTo>
                  <a:lnTo>
                    <a:pt x="10050" y="1239"/>
                  </a:lnTo>
                  <a:close/>
                  <a:moveTo>
                    <a:pt x="4906" y="1274"/>
                  </a:moveTo>
                  <a:lnTo>
                    <a:pt x="7121" y="2513"/>
                  </a:lnTo>
                  <a:lnTo>
                    <a:pt x="7121" y="6323"/>
                  </a:lnTo>
                  <a:lnTo>
                    <a:pt x="4275" y="3560"/>
                  </a:lnTo>
                  <a:lnTo>
                    <a:pt x="4906" y="1274"/>
                  </a:lnTo>
                  <a:close/>
                  <a:moveTo>
                    <a:pt x="3751" y="4215"/>
                  </a:moveTo>
                  <a:lnTo>
                    <a:pt x="6526" y="6894"/>
                  </a:lnTo>
                  <a:lnTo>
                    <a:pt x="2501" y="6894"/>
                  </a:lnTo>
                  <a:lnTo>
                    <a:pt x="1287" y="4846"/>
                  </a:lnTo>
                  <a:lnTo>
                    <a:pt x="3751" y="4215"/>
                  </a:lnTo>
                  <a:close/>
                  <a:moveTo>
                    <a:pt x="11395" y="4132"/>
                  </a:moveTo>
                  <a:lnTo>
                    <a:pt x="13729" y="4751"/>
                  </a:lnTo>
                  <a:lnTo>
                    <a:pt x="12443" y="6894"/>
                  </a:lnTo>
                  <a:lnTo>
                    <a:pt x="8526" y="6894"/>
                  </a:lnTo>
                  <a:lnTo>
                    <a:pt x="11395" y="4132"/>
                  </a:lnTo>
                  <a:close/>
                  <a:moveTo>
                    <a:pt x="12562" y="7704"/>
                  </a:moveTo>
                  <a:lnTo>
                    <a:pt x="13788" y="9752"/>
                  </a:lnTo>
                  <a:lnTo>
                    <a:pt x="11312" y="10383"/>
                  </a:lnTo>
                  <a:lnTo>
                    <a:pt x="8550" y="7704"/>
                  </a:lnTo>
                  <a:close/>
                  <a:moveTo>
                    <a:pt x="6537" y="7704"/>
                  </a:moveTo>
                  <a:lnTo>
                    <a:pt x="3680" y="10478"/>
                  </a:lnTo>
                  <a:lnTo>
                    <a:pt x="1346" y="9871"/>
                  </a:lnTo>
                  <a:lnTo>
                    <a:pt x="2620" y="7704"/>
                  </a:lnTo>
                  <a:close/>
                  <a:moveTo>
                    <a:pt x="7954" y="8287"/>
                  </a:moveTo>
                  <a:lnTo>
                    <a:pt x="10788" y="11038"/>
                  </a:lnTo>
                  <a:lnTo>
                    <a:pt x="10169" y="13324"/>
                  </a:lnTo>
                  <a:lnTo>
                    <a:pt x="7954" y="12085"/>
                  </a:lnTo>
                  <a:lnTo>
                    <a:pt x="7954" y="8287"/>
                  </a:lnTo>
                  <a:close/>
                  <a:moveTo>
                    <a:pt x="7133" y="8287"/>
                  </a:moveTo>
                  <a:lnTo>
                    <a:pt x="7133" y="12192"/>
                  </a:lnTo>
                  <a:lnTo>
                    <a:pt x="7121" y="12192"/>
                  </a:lnTo>
                  <a:lnTo>
                    <a:pt x="5025" y="13359"/>
                  </a:lnTo>
                  <a:lnTo>
                    <a:pt x="4370" y="10966"/>
                  </a:lnTo>
                  <a:lnTo>
                    <a:pt x="7133" y="8287"/>
                  </a:lnTo>
                  <a:close/>
                  <a:moveTo>
                    <a:pt x="10586" y="0"/>
                  </a:moveTo>
                  <a:lnTo>
                    <a:pt x="9824" y="417"/>
                  </a:lnTo>
                  <a:lnTo>
                    <a:pt x="7430" y="1751"/>
                  </a:lnTo>
                  <a:lnTo>
                    <a:pt x="5121" y="453"/>
                  </a:lnTo>
                  <a:lnTo>
                    <a:pt x="4359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30" y="5072"/>
                  </a:lnTo>
                  <a:lnTo>
                    <a:pt x="1823" y="7394"/>
                  </a:lnTo>
                  <a:lnTo>
                    <a:pt x="477" y="9644"/>
                  </a:lnTo>
                  <a:lnTo>
                    <a:pt x="49" y="10371"/>
                  </a:lnTo>
                  <a:lnTo>
                    <a:pt x="894" y="10597"/>
                  </a:lnTo>
                  <a:lnTo>
                    <a:pt x="3561" y="11299"/>
                  </a:lnTo>
                  <a:lnTo>
                    <a:pt x="4251" y="13800"/>
                  </a:lnTo>
                  <a:lnTo>
                    <a:pt x="4466" y="14609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1" y="14157"/>
                  </a:lnTo>
                  <a:lnTo>
                    <a:pt x="10693" y="14574"/>
                  </a:lnTo>
                  <a:lnTo>
                    <a:pt x="10907" y="13752"/>
                  </a:lnTo>
                  <a:lnTo>
                    <a:pt x="11633" y="11157"/>
                  </a:lnTo>
                  <a:lnTo>
                    <a:pt x="14205" y="10490"/>
                  </a:lnTo>
                  <a:lnTo>
                    <a:pt x="15050" y="10264"/>
                  </a:lnTo>
                  <a:lnTo>
                    <a:pt x="14622" y="9537"/>
                  </a:lnTo>
                  <a:lnTo>
                    <a:pt x="13241" y="7216"/>
                  </a:lnTo>
                  <a:lnTo>
                    <a:pt x="14574" y="4965"/>
                  </a:lnTo>
                  <a:lnTo>
                    <a:pt x="15003" y="4239"/>
                  </a:lnTo>
                  <a:lnTo>
                    <a:pt x="14157" y="4013"/>
                  </a:lnTo>
                  <a:lnTo>
                    <a:pt x="11490" y="3322"/>
                  </a:lnTo>
                  <a:lnTo>
                    <a:pt x="10812" y="822"/>
                  </a:lnTo>
                  <a:lnTo>
                    <a:pt x="10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387;p9">
              <a:extLst>
                <a:ext uri="{FF2B5EF4-FFF2-40B4-BE49-F238E27FC236}">
                  <a16:creationId xmlns:a16="http://schemas.microsoft.com/office/drawing/2014/main" id="{8C9331E5-E0C9-3720-6150-20294EC06078}"/>
                </a:ext>
              </a:extLst>
            </p:cNvPr>
            <p:cNvSpPr/>
            <p:nvPr/>
          </p:nvSpPr>
          <p:spPr>
            <a:xfrm>
              <a:off x="482535" y="2804398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10037" y="1239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9"/>
                  </a:lnTo>
                  <a:close/>
                  <a:moveTo>
                    <a:pt x="4894" y="1274"/>
                  </a:moveTo>
                  <a:lnTo>
                    <a:pt x="7108" y="2513"/>
                  </a:lnTo>
                  <a:lnTo>
                    <a:pt x="7108" y="6323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64" y="9752"/>
                  </a:lnTo>
                  <a:lnTo>
                    <a:pt x="11311" y="10383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67" y="10478"/>
                  </a:lnTo>
                  <a:lnTo>
                    <a:pt x="1334" y="9871"/>
                  </a:lnTo>
                  <a:lnTo>
                    <a:pt x="2620" y="7704"/>
                  </a:lnTo>
                  <a:close/>
                  <a:moveTo>
                    <a:pt x="7942" y="8287"/>
                  </a:moveTo>
                  <a:lnTo>
                    <a:pt x="10787" y="11038"/>
                  </a:lnTo>
                  <a:lnTo>
                    <a:pt x="10156" y="13324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23" y="417"/>
                  </a:lnTo>
                  <a:lnTo>
                    <a:pt x="7418" y="1751"/>
                  </a:lnTo>
                  <a:lnTo>
                    <a:pt x="5120" y="453"/>
                  </a:lnTo>
                  <a:lnTo>
                    <a:pt x="4358" y="48"/>
                  </a:lnTo>
                  <a:lnTo>
                    <a:pt x="4132" y="858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65" y="14609"/>
                  </a:lnTo>
                  <a:lnTo>
                    <a:pt x="5215" y="14193"/>
                  </a:lnTo>
                  <a:lnTo>
                    <a:pt x="7620" y="12859"/>
                  </a:lnTo>
                  <a:lnTo>
                    <a:pt x="9918" y="14157"/>
                  </a:lnTo>
                  <a:lnTo>
                    <a:pt x="10680" y="14574"/>
                  </a:lnTo>
                  <a:lnTo>
                    <a:pt x="10906" y="13752"/>
                  </a:lnTo>
                  <a:lnTo>
                    <a:pt x="11621" y="11157"/>
                  </a:lnTo>
                  <a:lnTo>
                    <a:pt x="14192" y="10490"/>
                  </a:lnTo>
                  <a:lnTo>
                    <a:pt x="15038" y="10264"/>
                  </a:lnTo>
                  <a:lnTo>
                    <a:pt x="14609" y="9537"/>
                  </a:lnTo>
                  <a:lnTo>
                    <a:pt x="13228" y="7216"/>
                  </a:lnTo>
                  <a:lnTo>
                    <a:pt x="14562" y="4965"/>
                  </a:lnTo>
                  <a:lnTo>
                    <a:pt x="15002" y="4239"/>
                  </a:lnTo>
                  <a:lnTo>
                    <a:pt x="14145" y="4013"/>
                  </a:lnTo>
                  <a:lnTo>
                    <a:pt x="11490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388;p9">
              <a:extLst>
                <a:ext uri="{FF2B5EF4-FFF2-40B4-BE49-F238E27FC236}">
                  <a16:creationId xmlns:a16="http://schemas.microsoft.com/office/drawing/2014/main" id="{3D174148-C98F-85BD-5FD2-EA60918A961C}"/>
                </a:ext>
              </a:extLst>
            </p:cNvPr>
            <p:cNvSpPr/>
            <p:nvPr/>
          </p:nvSpPr>
          <p:spPr>
            <a:xfrm>
              <a:off x="9" y="1409497"/>
              <a:ext cx="478772" cy="465508"/>
            </a:xfrm>
            <a:custGeom>
              <a:avLst/>
              <a:gdLst/>
              <a:ahLst/>
              <a:cxnLst/>
              <a:rect l="l" t="t" r="r" b="b"/>
              <a:pathLst>
                <a:path w="15051" h="14634" extrusionOk="0">
                  <a:moveTo>
                    <a:pt x="4894" y="1299"/>
                  </a:moveTo>
                  <a:lnTo>
                    <a:pt x="7109" y="2537"/>
                  </a:lnTo>
                  <a:lnTo>
                    <a:pt x="7109" y="6335"/>
                  </a:lnTo>
                  <a:lnTo>
                    <a:pt x="4275" y="3573"/>
                  </a:lnTo>
                  <a:lnTo>
                    <a:pt x="4894" y="1299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8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8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37" y="7728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20" y="7728"/>
                  </a:lnTo>
                  <a:close/>
                  <a:moveTo>
                    <a:pt x="7942" y="8311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109"/>
                  </a:lnTo>
                  <a:lnTo>
                    <a:pt x="7942" y="8311"/>
                  </a:lnTo>
                  <a:close/>
                  <a:moveTo>
                    <a:pt x="7133" y="8311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8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4"/>
                  </a:lnTo>
                  <a:lnTo>
                    <a:pt x="846" y="4144"/>
                  </a:lnTo>
                  <a:lnTo>
                    <a:pt x="1" y="4370"/>
                  </a:lnTo>
                  <a:lnTo>
                    <a:pt x="429" y="5097"/>
                  </a:lnTo>
                  <a:lnTo>
                    <a:pt x="1810" y="7418"/>
                  </a:lnTo>
                  <a:lnTo>
                    <a:pt x="477" y="9669"/>
                  </a:lnTo>
                  <a:lnTo>
                    <a:pt x="36" y="10395"/>
                  </a:lnTo>
                  <a:lnTo>
                    <a:pt x="894" y="10621"/>
                  </a:lnTo>
                  <a:lnTo>
                    <a:pt x="3561" y="11312"/>
                  </a:lnTo>
                  <a:lnTo>
                    <a:pt x="4239" y="13812"/>
                  </a:lnTo>
                  <a:lnTo>
                    <a:pt x="4466" y="14634"/>
                  </a:lnTo>
                  <a:lnTo>
                    <a:pt x="5228" y="14217"/>
                  </a:lnTo>
                  <a:lnTo>
                    <a:pt x="7621" y="12883"/>
                  </a:lnTo>
                  <a:lnTo>
                    <a:pt x="9930" y="14169"/>
                  </a:lnTo>
                  <a:lnTo>
                    <a:pt x="10681" y="14586"/>
                  </a:lnTo>
                  <a:lnTo>
                    <a:pt x="10907" y="13776"/>
                  </a:lnTo>
                  <a:lnTo>
                    <a:pt x="11621" y="11181"/>
                  </a:lnTo>
                  <a:lnTo>
                    <a:pt x="14193" y="10514"/>
                  </a:lnTo>
                  <a:lnTo>
                    <a:pt x="15050" y="10288"/>
                  </a:lnTo>
                  <a:lnTo>
                    <a:pt x="14610" y="9562"/>
                  </a:lnTo>
                  <a:lnTo>
                    <a:pt x="13240" y="7228"/>
                  </a:lnTo>
                  <a:lnTo>
                    <a:pt x="14586" y="4978"/>
                  </a:lnTo>
                  <a:lnTo>
                    <a:pt x="15014" y="4251"/>
                  </a:lnTo>
                  <a:lnTo>
                    <a:pt x="14169" y="4025"/>
                  </a:lnTo>
                  <a:lnTo>
                    <a:pt x="11502" y="3323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389;p9">
              <a:extLst>
                <a:ext uri="{FF2B5EF4-FFF2-40B4-BE49-F238E27FC236}">
                  <a16:creationId xmlns:a16="http://schemas.microsoft.com/office/drawing/2014/main" id="{5658B9D2-4E16-75F4-B404-FCF6EE79BB51}"/>
                </a:ext>
              </a:extLst>
            </p:cNvPr>
            <p:cNvSpPr/>
            <p:nvPr/>
          </p:nvSpPr>
          <p:spPr>
            <a:xfrm>
              <a:off x="9" y="1874591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75"/>
                  </a:moveTo>
                  <a:lnTo>
                    <a:pt x="7109" y="2513"/>
                  </a:lnTo>
                  <a:lnTo>
                    <a:pt x="7109" y="6323"/>
                  </a:lnTo>
                  <a:lnTo>
                    <a:pt x="4275" y="3561"/>
                  </a:lnTo>
                  <a:lnTo>
                    <a:pt x="4894" y="1275"/>
                  </a:lnTo>
                  <a:close/>
                  <a:moveTo>
                    <a:pt x="10050" y="1251"/>
                  </a:moveTo>
                  <a:lnTo>
                    <a:pt x="10704" y="3644"/>
                  </a:lnTo>
                  <a:lnTo>
                    <a:pt x="7930" y="6323"/>
                  </a:lnTo>
                  <a:lnTo>
                    <a:pt x="7930" y="2430"/>
                  </a:lnTo>
                  <a:lnTo>
                    <a:pt x="7942" y="2430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32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32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28"/>
                  </a:moveTo>
                  <a:lnTo>
                    <a:pt x="3680" y="10478"/>
                  </a:lnTo>
                  <a:lnTo>
                    <a:pt x="1322" y="9871"/>
                  </a:lnTo>
                  <a:lnTo>
                    <a:pt x="2608" y="7728"/>
                  </a:lnTo>
                  <a:close/>
                  <a:moveTo>
                    <a:pt x="7942" y="8299"/>
                  </a:moveTo>
                  <a:lnTo>
                    <a:pt x="10788" y="11062"/>
                  </a:lnTo>
                  <a:lnTo>
                    <a:pt x="10169" y="13336"/>
                  </a:lnTo>
                  <a:lnTo>
                    <a:pt x="7942" y="12097"/>
                  </a:lnTo>
                  <a:lnTo>
                    <a:pt x="7942" y="8299"/>
                  </a:lnTo>
                  <a:close/>
                  <a:moveTo>
                    <a:pt x="7133" y="8299"/>
                  </a:moveTo>
                  <a:lnTo>
                    <a:pt x="7133" y="12205"/>
                  </a:lnTo>
                  <a:lnTo>
                    <a:pt x="7109" y="12205"/>
                  </a:lnTo>
                  <a:lnTo>
                    <a:pt x="5013" y="13383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97" y="1"/>
                  </a:moveTo>
                  <a:lnTo>
                    <a:pt x="9835" y="417"/>
                  </a:lnTo>
                  <a:lnTo>
                    <a:pt x="7442" y="1751"/>
                  </a:lnTo>
                  <a:lnTo>
                    <a:pt x="5132" y="465"/>
                  </a:lnTo>
                  <a:lnTo>
                    <a:pt x="4370" y="48"/>
                  </a:lnTo>
                  <a:lnTo>
                    <a:pt x="4144" y="858"/>
                  </a:lnTo>
                  <a:lnTo>
                    <a:pt x="3430" y="3453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3"/>
                  </a:lnTo>
                  <a:lnTo>
                    <a:pt x="1810" y="7394"/>
                  </a:lnTo>
                  <a:lnTo>
                    <a:pt x="477" y="9645"/>
                  </a:lnTo>
                  <a:lnTo>
                    <a:pt x="36" y="10371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10"/>
                  </a:lnTo>
                  <a:lnTo>
                    <a:pt x="5228" y="14193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57"/>
                  </a:lnTo>
                  <a:lnTo>
                    <a:pt x="14193" y="10490"/>
                  </a:lnTo>
                  <a:lnTo>
                    <a:pt x="15050" y="10264"/>
                  </a:lnTo>
                  <a:lnTo>
                    <a:pt x="14610" y="9538"/>
                  </a:lnTo>
                  <a:lnTo>
                    <a:pt x="13240" y="7216"/>
                  </a:lnTo>
                  <a:lnTo>
                    <a:pt x="14586" y="4966"/>
                  </a:lnTo>
                  <a:lnTo>
                    <a:pt x="15014" y="4239"/>
                  </a:lnTo>
                  <a:lnTo>
                    <a:pt x="14169" y="4013"/>
                  </a:lnTo>
                  <a:lnTo>
                    <a:pt x="11502" y="3322"/>
                  </a:lnTo>
                  <a:lnTo>
                    <a:pt x="10823" y="822"/>
                  </a:lnTo>
                  <a:lnTo>
                    <a:pt x="105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390;p9">
              <a:extLst>
                <a:ext uri="{FF2B5EF4-FFF2-40B4-BE49-F238E27FC236}">
                  <a16:creationId xmlns:a16="http://schemas.microsoft.com/office/drawing/2014/main" id="{37A006DE-2A3D-5854-FC72-343A066ABC84}"/>
                </a:ext>
              </a:extLst>
            </p:cNvPr>
            <p:cNvSpPr/>
            <p:nvPr/>
          </p:nvSpPr>
          <p:spPr>
            <a:xfrm>
              <a:off x="9" y="2339304"/>
              <a:ext cx="478772" cy="465126"/>
            </a:xfrm>
            <a:custGeom>
              <a:avLst/>
              <a:gdLst/>
              <a:ahLst/>
              <a:cxnLst/>
              <a:rect l="l" t="t" r="r" b="b"/>
              <a:pathLst>
                <a:path w="15051" h="14622" extrusionOk="0">
                  <a:moveTo>
                    <a:pt x="4894" y="1286"/>
                  </a:moveTo>
                  <a:lnTo>
                    <a:pt x="7109" y="2525"/>
                  </a:lnTo>
                  <a:lnTo>
                    <a:pt x="7109" y="6311"/>
                  </a:lnTo>
                  <a:lnTo>
                    <a:pt x="4275" y="3561"/>
                  </a:lnTo>
                  <a:lnTo>
                    <a:pt x="4894" y="1286"/>
                  </a:lnTo>
                  <a:close/>
                  <a:moveTo>
                    <a:pt x="10050" y="1251"/>
                  </a:moveTo>
                  <a:lnTo>
                    <a:pt x="10704" y="3656"/>
                  </a:lnTo>
                  <a:lnTo>
                    <a:pt x="7930" y="6335"/>
                  </a:lnTo>
                  <a:lnTo>
                    <a:pt x="7930" y="2429"/>
                  </a:lnTo>
                  <a:lnTo>
                    <a:pt x="7942" y="2429"/>
                  </a:lnTo>
                  <a:lnTo>
                    <a:pt x="10050" y="1251"/>
                  </a:lnTo>
                  <a:close/>
                  <a:moveTo>
                    <a:pt x="3751" y="4227"/>
                  </a:moveTo>
                  <a:lnTo>
                    <a:pt x="6513" y="6906"/>
                  </a:lnTo>
                  <a:lnTo>
                    <a:pt x="2501" y="6906"/>
                  </a:lnTo>
                  <a:lnTo>
                    <a:pt x="1275" y="4870"/>
                  </a:lnTo>
                  <a:lnTo>
                    <a:pt x="3751" y="4227"/>
                  </a:lnTo>
                  <a:close/>
                  <a:moveTo>
                    <a:pt x="11383" y="4144"/>
                  </a:moveTo>
                  <a:lnTo>
                    <a:pt x="13717" y="4751"/>
                  </a:lnTo>
                  <a:lnTo>
                    <a:pt x="12455" y="6906"/>
                  </a:lnTo>
                  <a:lnTo>
                    <a:pt x="8537" y="6906"/>
                  </a:lnTo>
                  <a:lnTo>
                    <a:pt x="11383" y="4144"/>
                  </a:lnTo>
                  <a:close/>
                  <a:moveTo>
                    <a:pt x="12562" y="7728"/>
                  </a:moveTo>
                  <a:lnTo>
                    <a:pt x="13776" y="9764"/>
                  </a:lnTo>
                  <a:lnTo>
                    <a:pt x="11312" y="10407"/>
                  </a:lnTo>
                  <a:lnTo>
                    <a:pt x="8537" y="7728"/>
                  </a:lnTo>
                  <a:close/>
                  <a:moveTo>
                    <a:pt x="6513" y="7716"/>
                  </a:moveTo>
                  <a:lnTo>
                    <a:pt x="3680" y="10478"/>
                  </a:lnTo>
                  <a:lnTo>
                    <a:pt x="1334" y="9871"/>
                  </a:lnTo>
                  <a:lnTo>
                    <a:pt x="2608" y="7716"/>
                  </a:lnTo>
                  <a:close/>
                  <a:moveTo>
                    <a:pt x="7942" y="8299"/>
                  </a:moveTo>
                  <a:lnTo>
                    <a:pt x="10788" y="11050"/>
                  </a:lnTo>
                  <a:lnTo>
                    <a:pt x="10169" y="13324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33" y="8311"/>
                  </a:moveTo>
                  <a:lnTo>
                    <a:pt x="7133" y="12193"/>
                  </a:lnTo>
                  <a:lnTo>
                    <a:pt x="7109" y="12193"/>
                  </a:lnTo>
                  <a:lnTo>
                    <a:pt x="5013" y="13383"/>
                  </a:lnTo>
                  <a:lnTo>
                    <a:pt x="4358" y="10990"/>
                  </a:lnTo>
                  <a:lnTo>
                    <a:pt x="7133" y="8311"/>
                  </a:lnTo>
                  <a:close/>
                  <a:moveTo>
                    <a:pt x="10585" y="1"/>
                  </a:moveTo>
                  <a:lnTo>
                    <a:pt x="9823" y="417"/>
                  </a:lnTo>
                  <a:lnTo>
                    <a:pt x="7430" y="1763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70"/>
                  </a:lnTo>
                  <a:lnTo>
                    <a:pt x="3418" y="3453"/>
                  </a:lnTo>
                  <a:lnTo>
                    <a:pt x="846" y="4132"/>
                  </a:lnTo>
                  <a:lnTo>
                    <a:pt x="1" y="4346"/>
                  </a:lnTo>
                  <a:lnTo>
                    <a:pt x="429" y="5085"/>
                  </a:lnTo>
                  <a:lnTo>
                    <a:pt x="1810" y="7406"/>
                  </a:lnTo>
                  <a:lnTo>
                    <a:pt x="477" y="9645"/>
                  </a:lnTo>
                  <a:lnTo>
                    <a:pt x="36" y="10383"/>
                  </a:lnTo>
                  <a:lnTo>
                    <a:pt x="894" y="10597"/>
                  </a:lnTo>
                  <a:lnTo>
                    <a:pt x="3561" y="11300"/>
                  </a:lnTo>
                  <a:lnTo>
                    <a:pt x="4239" y="13800"/>
                  </a:lnTo>
                  <a:lnTo>
                    <a:pt x="4466" y="14621"/>
                  </a:lnTo>
                  <a:lnTo>
                    <a:pt x="5228" y="14205"/>
                  </a:lnTo>
                  <a:lnTo>
                    <a:pt x="7621" y="12859"/>
                  </a:lnTo>
                  <a:lnTo>
                    <a:pt x="9930" y="14157"/>
                  </a:lnTo>
                  <a:lnTo>
                    <a:pt x="10681" y="14574"/>
                  </a:lnTo>
                  <a:lnTo>
                    <a:pt x="10907" y="13752"/>
                  </a:lnTo>
                  <a:lnTo>
                    <a:pt x="11621" y="11169"/>
                  </a:lnTo>
                  <a:lnTo>
                    <a:pt x="14193" y="10502"/>
                  </a:lnTo>
                  <a:lnTo>
                    <a:pt x="15050" y="10276"/>
                  </a:lnTo>
                  <a:lnTo>
                    <a:pt x="14610" y="9549"/>
                  </a:lnTo>
                  <a:lnTo>
                    <a:pt x="13229" y="7228"/>
                  </a:lnTo>
                  <a:lnTo>
                    <a:pt x="14562" y="4977"/>
                  </a:lnTo>
                  <a:lnTo>
                    <a:pt x="15003" y="4251"/>
                  </a:lnTo>
                  <a:lnTo>
                    <a:pt x="14157" y="4025"/>
                  </a:lnTo>
                  <a:lnTo>
                    <a:pt x="11490" y="3322"/>
                  </a:lnTo>
                  <a:lnTo>
                    <a:pt x="10800" y="822"/>
                  </a:lnTo>
                  <a:lnTo>
                    <a:pt x="105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391;p9">
              <a:extLst>
                <a:ext uri="{FF2B5EF4-FFF2-40B4-BE49-F238E27FC236}">
                  <a16:creationId xmlns:a16="http://schemas.microsoft.com/office/drawing/2014/main" id="{08372105-7F53-CA40-EE43-3355E363D338}"/>
                </a:ext>
              </a:extLst>
            </p:cNvPr>
            <p:cNvSpPr/>
            <p:nvPr/>
          </p:nvSpPr>
          <p:spPr>
            <a:xfrm>
              <a:off x="482535" y="3734204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74"/>
                  </a:moveTo>
                  <a:lnTo>
                    <a:pt x="7108" y="2512"/>
                  </a:lnTo>
                  <a:lnTo>
                    <a:pt x="7108" y="6311"/>
                  </a:lnTo>
                  <a:lnTo>
                    <a:pt x="4263" y="3560"/>
                  </a:lnTo>
                  <a:lnTo>
                    <a:pt x="4894" y="1274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1"/>
                  </a:lnTo>
                  <a:lnTo>
                    <a:pt x="7930" y="2405"/>
                  </a:lnTo>
                  <a:lnTo>
                    <a:pt x="7942" y="2405"/>
                  </a:lnTo>
                  <a:lnTo>
                    <a:pt x="10037" y="1238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86" y="4846"/>
                  </a:lnTo>
                  <a:lnTo>
                    <a:pt x="3751" y="4215"/>
                  </a:lnTo>
                  <a:close/>
                  <a:moveTo>
                    <a:pt x="11383" y="4132"/>
                  </a:moveTo>
                  <a:lnTo>
                    <a:pt x="13716" y="4751"/>
                  </a:lnTo>
                  <a:lnTo>
                    <a:pt x="12442" y="6894"/>
                  </a:lnTo>
                  <a:lnTo>
                    <a:pt x="8525" y="6894"/>
                  </a:lnTo>
                  <a:lnTo>
                    <a:pt x="11383" y="4132"/>
                  </a:lnTo>
                  <a:close/>
                  <a:moveTo>
                    <a:pt x="12561" y="7704"/>
                  </a:moveTo>
                  <a:lnTo>
                    <a:pt x="13776" y="9751"/>
                  </a:lnTo>
                  <a:lnTo>
                    <a:pt x="11311" y="10382"/>
                  </a:lnTo>
                  <a:lnTo>
                    <a:pt x="8537" y="7704"/>
                  </a:lnTo>
                  <a:close/>
                  <a:moveTo>
                    <a:pt x="6513" y="7704"/>
                  </a:moveTo>
                  <a:lnTo>
                    <a:pt x="3655" y="10466"/>
                  </a:lnTo>
                  <a:lnTo>
                    <a:pt x="1322" y="9847"/>
                  </a:lnTo>
                  <a:lnTo>
                    <a:pt x="2596" y="7704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87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59"/>
                  </a:lnTo>
                  <a:lnTo>
                    <a:pt x="4358" y="10966"/>
                  </a:lnTo>
                  <a:lnTo>
                    <a:pt x="7120" y="8287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50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57"/>
                  </a:lnTo>
                  <a:lnTo>
                    <a:pt x="3417" y="3453"/>
                  </a:lnTo>
                  <a:lnTo>
                    <a:pt x="846" y="4120"/>
                  </a:lnTo>
                  <a:lnTo>
                    <a:pt x="0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44"/>
                  </a:lnTo>
                  <a:lnTo>
                    <a:pt x="36" y="10371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800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90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3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392;p9">
              <a:extLst>
                <a:ext uri="{FF2B5EF4-FFF2-40B4-BE49-F238E27FC236}">
                  <a16:creationId xmlns:a16="http://schemas.microsoft.com/office/drawing/2014/main" id="{4FD35D1C-F163-0EFB-9813-38F6F6D9705F}"/>
                </a:ext>
              </a:extLst>
            </p:cNvPr>
            <p:cNvSpPr/>
            <p:nvPr/>
          </p:nvSpPr>
          <p:spPr>
            <a:xfrm>
              <a:off x="482535" y="4198916"/>
              <a:ext cx="478359" cy="465094"/>
            </a:xfrm>
            <a:custGeom>
              <a:avLst/>
              <a:gdLst/>
              <a:ahLst/>
              <a:cxnLst/>
              <a:rect l="l" t="t" r="r" b="b"/>
              <a:pathLst>
                <a:path w="15038" h="14621" extrusionOk="0">
                  <a:moveTo>
                    <a:pt x="4894" y="1286"/>
                  </a:moveTo>
                  <a:lnTo>
                    <a:pt x="7108" y="2512"/>
                  </a:lnTo>
                  <a:lnTo>
                    <a:pt x="7108" y="6310"/>
                  </a:lnTo>
                  <a:lnTo>
                    <a:pt x="4263" y="3560"/>
                  </a:lnTo>
                  <a:lnTo>
                    <a:pt x="4894" y="1286"/>
                  </a:lnTo>
                  <a:close/>
                  <a:moveTo>
                    <a:pt x="10037" y="1238"/>
                  </a:moveTo>
                  <a:lnTo>
                    <a:pt x="10692" y="3632"/>
                  </a:lnTo>
                  <a:lnTo>
                    <a:pt x="7930" y="6310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38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3751" y="4215"/>
                  </a:moveTo>
                  <a:lnTo>
                    <a:pt x="6513" y="6894"/>
                  </a:lnTo>
                  <a:lnTo>
                    <a:pt x="2501" y="6894"/>
                  </a:lnTo>
                  <a:lnTo>
                    <a:pt x="1274" y="4858"/>
                  </a:lnTo>
                  <a:lnTo>
                    <a:pt x="3751" y="4215"/>
                  </a:lnTo>
                  <a:close/>
                  <a:moveTo>
                    <a:pt x="12561" y="7715"/>
                  </a:moveTo>
                  <a:lnTo>
                    <a:pt x="13776" y="9751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66"/>
                  </a:lnTo>
                  <a:lnTo>
                    <a:pt x="1334" y="9859"/>
                  </a:lnTo>
                  <a:lnTo>
                    <a:pt x="2620" y="7715"/>
                  </a:lnTo>
                  <a:close/>
                  <a:moveTo>
                    <a:pt x="7942" y="8299"/>
                  </a:moveTo>
                  <a:lnTo>
                    <a:pt x="10787" y="11049"/>
                  </a:lnTo>
                  <a:lnTo>
                    <a:pt x="10156" y="13323"/>
                  </a:lnTo>
                  <a:lnTo>
                    <a:pt x="7942" y="12085"/>
                  </a:lnTo>
                  <a:lnTo>
                    <a:pt x="7942" y="8299"/>
                  </a:lnTo>
                  <a:close/>
                  <a:moveTo>
                    <a:pt x="7120" y="8299"/>
                  </a:moveTo>
                  <a:lnTo>
                    <a:pt x="7120" y="12192"/>
                  </a:lnTo>
                  <a:lnTo>
                    <a:pt x="7108" y="12192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17"/>
                  </a:lnTo>
                  <a:lnTo>
                    <a:pt x="7418" y="1762"/>
                  </a:lnTo>
                  <a:lnTo>
                    <a:pt x="5120" y="465"/>
                  </a:lnTo>
                  <a:lnTo>
                    <a:pt x="4358" y="48"/>
                  </a:lnTo>
                  <a:lnTo>
                    <a:pt x="4132" y="869"/>
                  </a:lnTo>
                  <a:lnTo>
                    <a:pt x="3417" y="3453"/>
                  </a:lnTo>
                  <a:lnTo>
                    <a:pt x="846" y="4132"/>
                  </a:lnTo>
                  <a:lnTo>
                    <a:pt x="0" y="4346"/>
                  </a:lnTo>
                  <a:lnTo>
                    <a:pt x="429" y="5084"/>
                  </a:lnTo>
                  <a:lnTo>
                    <a:pt x="1810" y="7406"/>
                  </a:lnTo>
                  <a:lnTo>
                    <a:pt x="476" y="9644"/>
                  </a:lnTo>
                  <a:lnTo>
                    <a:pt x="36" y="10382"/>
                  </a:lnTo>
                  <a:lnTo>
                    <a:pt x="893" y="10597"/>
                  </a:lnTo>
                  <a:lnTo>
                    <a:pt x="3548" y="11299"/>
                  </a:lnTo>
                  <a:lnTo>
                    <a:pt x="4239" y="13799"/>
                  </a:lnTo>
                  <a:lnTo>
                    <a:pt x="4453" y="14621"/>
                  </a:lnTo>
                  <a:lnTo>
                    <a:pt x="5215" y="14204"/>
                  </a:lnTo>
                  <a:lnTo>
                    <a:pt x="7608" y="12859"/>
                  </a:lnTo>
                  <a:lnTo>
                    <a:pt x="9918" y="14157"/>
                  </a:lnTo>
                  <a:lnTo>
                    <a:pt x="10680" y="14573"/>
                  </a:lnTo>
                  <a:lnTo>
                    <a:pt x="10906" y="13752"/>
                  </a:lnTo>
                  <a:lnTo>
                    <a:pt x="11621" y="11168"/>
                  </a:lnTo>
                  <a:lnTo>
                    <a:pt x="14192" y="10501"/>
                  </a:lnTo>
                  <a:lnTo>
                    <a:pt x="15038" y="10275"/>
                  </a:lnTo>
                  <a:lnTo>
                    <a:pt x="14609" y="9549"/>
                  </a:lnTo>
                  <a:lnTo>
                    <a:pt x="13228" y="7227"/>
                  </a:lnTo>
                  <a:lnTo>
                    <a:pt x="14562" y="4977"/>
                  </a:lnTo>
                  <a:lnTo>
                    <a:pt x="14990" y="4251"/>
                  </a:lnTo>
                  <a:lnTo>
                    <a:pt x="14145" y="4024"/>
                  </a:lnTo>
                  <a:lnTo>
                    <a:pt x="11478" y="3322"/>
                  </a:lnTo>
                  <a:lnTo>
                    <a:pt x="10799" y="822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393;p9">
              <a:extLst>
                <a:ext uri="{FF2B5EF4-FFF2-40B4-BE49-F238E27FC236}">
                  <a16:creationId xmlns:a16="http://schemas.microsoft.com/office/drawing/2014/main" id="{CA607F42-5EC2-D868-E980-94441646A7DD}"/>
                </a:ext>
              </a:extLst>
            </p:cNvPr>
            <p:cNvSpPr/>
            <p:nvPr/>
          </p:nvSpPr>
          <p:spPr>
            <a:xfrm>
              <a:off x="482535" y="4663629"/>
              <a:ext cx="478359" cy="464744"/>
            </a:xfrm>
            <a:custGeom>
              <a:avLst/>
              <a:gdLst/>
              <a:ahLst/>
              <a:cxnLst/>
              <a:rect l="l" t="t" r="r" b="b"/>
              <a:pathLst>
                <a:path w="15038" h="14610" extrusionOk="0">
                  <a:moveTo>
                    <a:pt x="4894" y="1286"/>
                  </a:moveTo>
                  <a:lnTo>
                    <a:pt x="7108" y="2524"/>
                  </a:lnTo>
                  <a:lnTo>
                    <a:pt x="7108" y="6322"/>
                  </a:lnTo>
                  <a:lnTo>
                    <a:pt x="4263" y="3572"/>
                  </a:lnTo>
                  <a:lnTo>
                    <a:pt x="4894" y="1286"/>
                  </a:lnTo>
                  <a:close/>
                  <a:moveTo>
                    <a:pt x="10037" y="1250"/>
                  </a:moveTo>
                  <a:lnTo>
                    <a:pt x="10692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37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501" y="6882"/>
                  </a:lnTo>
                  <a:lnTo>
                    <a:pt x="1274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6" y="4739"/>
                  </a:lnTo>
                  <a:lnTo>
                    <a:pt x="12442" y="6882"/>
                  </a:lnTo>
                  <a:lnTo>
                    <a:pt x="8525" y="6882"/>
                  </a:lnTo>
                  <a:lnTo>
                    <a:pt x="11383" y="4132"/>
                  </a:lnTo>
                  <a:close/>
                  <a:moveTo>
                    <a:pt x="12561" y="7715"/>
                  </a:moveTo>
                  <a:lnTo>
                    <a:pt x="13776" y="9763"/>
                  </a:lnTo>
                  <a:lnTo>
                    <a:pt x="11311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67" y="10478"/>
                  </a:lnTo>
                  <a:lnTo>
                    <a:pt x="1334" y="9858"/>
                  </a:lnTo>
                  <a:lnTo>
                    <a:pt x="2620" y="7715"/>
                  </a:lnTo>
                  <a:close/>
                  <a:moveTo>
                    <a:pt x="7942" y="8287"/>
                  </a:moveTo>
                  <a:lnTo>
                    <a:pt x="10787" y="11037"/>
                  </a:lnTo>
                  <a:lnTo>
                    <a:pt x="10156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20" y="8299"/>
                  </a:moveTo>
                  <a:lnTo>
                    <a:pt x="7120" y="12204"/>
                  </a:lnTo>
                  <a:lnTo>
                    <a:pt x="7108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20" y="8299"/>
                  </a:lnTo>
                  <a:close/>
                  <a:moveTo>
                    <a:pt x="10573" y="0"/>
                  </a:moveTo>
                  <a:lnTo>
                    <a:pt x="9811" y="405"/>
                  </a:lnTo>
                  <a:lnTo>
                    <a:pt x="7418" y="1750"/>
                  </a:lnTo>
                  <a:lnTo>
                    <a:pt x="5120" y="453"/>
                  </a:lnTo>
                  <a:lnTo>
                    <a:pt x="4358" y="36"/>
                  </a:lnTo>
                  <a:lnTo>
                    <a:pt x="4132" y="857"/>
                  </a:lnTo>
                  <a:lnTo>
                    <a:pt x="3417" y="3441"/>
                  </a:lnTo>
                  <a:lnTo>
                    <a:pt x="846" y="4120"/>
                  </a:lnTo>
                  <a:lnTo>
                    <a:pt x="0" y="4334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6" y="9632"/>
                  </a:lnTo>
                  <a:lnTo>
                    <a:pt x="36" y="10370"/>
                  </a:lnTo>
                  <a:lnTo>
                    <a:pt x="893" y="10597"/>
                  </a:lnTo>
                  <a:lnTo>
                    <a:pt x="3548" y="11287"/>
                  </a:lnTo>
                  <a:lnTo>
                    <a:pt x="4239" y="13788"/>
                  </a:lnTo>
                  <a:lnTo>
                    <a:pt x="4453" y="14609"/>
                  </a:lnTo>
                  <a:lnTo>
                    <a:pt x="5215" y="14192"/>
                  </a:lnTo>
                  <a:lnTo>
                    <a:pt x="7608" y="12859"/>
                  </a:lnTo>
                  <a:lnTo>
                    <a:pt x="9918" y="14145"/>
                  </a:lnTo>
                  <a:lnTo>
                    <a:pt x="10680" y="14561"/>
                  </a:lnTo>
                  <a:lnTo>
                    <a:pt x="10906" y="13752"/>
                  </a:lnTo>
                  <a:lnTo>
                    <a:pt x="11621" y="11156"/>
                  </a:lnTo>
                  <a:lnTo>
                    <a:pt x="14192" y="10489"/>
                  </a:lnTo>
                  <a:lnTo>
                    <a:pt x="15038" y="10263"/>
                  </a:lnTo>
                  <a:lnTo>
                    <a:pt x="14609" y="9537"/>
                  </a:lnTo>
                  <a:lnTo>
                    <a:pt x="13228" y="7215"/>
                  </a:lnTo>
                  <a:lnTo>
                    <a:pt x="14562" y="4965"/>
                  </a:lnTo>
                  <a:lnTo>
                    <a:pt x="14990" y="4239"/>
                  </a:lnTo>
                  <a:lnTo>
                    <a:pt x="14145" y="4012"/>
                  </a:lnTo>
                  <a:lnTo>
                    <a:pt x="11478" y="3310"/>
                  </a:lnTo>
                  <a:lnTo>
                    <a:pt x="10799" y="810"/>
                  </a:lnTo>
                  <a:lnTo>
                    <a:pt x="10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394;p9">
              <a:extLst>
                <a:ext uri="{FF2B5EF4-FFF2-40B4-BE49-F238E27FC236}">
                  <a16:creationId xmlns:a16="http://schemas.microsoft.com/office/drawing/2014/main" id="{8B85BF85-AD64-E300-9655-58612D78F6AF}"/>
                </a:ext>
              </a:extLst>
            </p:cNvPr>
            <p:cNvSpPr/>
            <p:nvPr/>
          </p:nvSpPr>
          <p:spPr>
            <a:xfrm>
              <a:off x="9" y="4663629"/>
              <a:ext cx="478772" cy="464744"/>
            </a:xfrm>
            <a:custGeom>
              <a:avLst/>
              <a:gdLst/>
              <a:ahLst/>
              <a:cxnLst/>
              <a:rect l="l" t="t" r="r" b="b"/>
              <a:pathLst>
                <a:path w="15051" h="14610" extrusionOk="0">
                  <a:moveTo>
                    <a:pt x="4894" y="1286"/>
                  </a:moveTo>
                  <a:lnTo>
                    <a:pt x="7109" y="2524"/>
                  </a:lnTo>
                  <a:lnTo>
                    <a:pt x="7109" y="6322"/>
                  </a:lnTo>
                  <a:lnTo>
                    <a:pt x="4275" y="3548"/>
                  </a:lnTo>
                  <a:lnTo>
                    <a:pt x="4894" y="1286"/>
                  </a:lnTo>
                  <a:close/>
                  <a:moveTo>
                    <a:pt x="10050" y="1250"/>
                  </a:moveTo>
                  <a:lnTo>
                    <a:pt x="10704" y="3643"/>
                  </a:lnTo>
                  <a:lnTo>
                    <a:pt x="7930" y="6322"/>
                  </a:lnTo>
                  <a:lnTo>
                    <a:pt x="7930" y="2417"/>
                  </a:lnTo>
                  <a:lnTo>
                    <a:pt x="7942" y="2417"/>
                  </a:lnTo>
                  <a:lnTo>
                    <a:pt x="10050" y="1250"/>
                  </a:lnTo>
                  <a:close/>
                  <a:moveTo>
                    <a:pt x="3751" y="4203"/>
                  </a:moveTo>
                  <a:lnTo>
                    <a:pt x="6513" y="6882"/>
                  </a:lnTo>
                  <a:lnTo>
                    <a:pt x="2489" y="6882"/>
                  </a:lnTo>
                  <a:lnTo>
                    <a:pt x="1263" y="4846"/>
                  </a:lnTo>
                  <a:lnTo>
                    <a:pt x="3751" y="4203"/>
                  </a:lnTo>
                  <a:close/>
                  <a:moveTo>
                    <a:pt x="11383" y="4132"/>
                  </a:moveTo>
                  <a:lnTo>
                    <a:pt x="13717" y="4739"/>
                  </a:lnTo>
                  <a:lnTo>
                    <a:pt x="12443" y="6882"/>
                  </a:lnTo>
                  <a:lnTo>
                    <a:pt x="8537" y="6882"/>
                  </a:lnTo>
                  <a:lnTo>
                    <a:pt x="11383" y="4132"/>
                  </a:lnTo>
                  <a:close/>
                  <a:moveTo>
                    <a:pt x="12562" y="7715"/>
                  </a:moveTo>
                  <a:lnTo>
                    <a:pt x="13776" y="9763"/>
                  </a:lnTo>
                  <a:lnTo>
                    <a:pt x="11312" y="10394"/>
                  </a:lnTo>
                  <a:lnTo>
                    <a:pt x="8537" y="7715"/>
                  </a:lnTo>
                  <a:close/>
                  <a:moveTo>
                    <a:pt x="6513" y="7715"/>
                  </a:moveTo>
                  <a:lnTo>
                    <a:pt x="3680" y="10478"/>
                  </a:lnTo>
                  <a:lnTo>
                    <a:pt x="1322" y="9858"/>
                  </a:lnTo>
                  <a:lnTo>
                    <a:pt x="2608" y="7715"/>
                  </a:lnTo>
                  <a:close/>
                  <a:moveTo>
                    <a:pt x="7942" y="8287"/>
                  </a:moveTo>
                  <a:lnTo>
                    <a:pt x="10788" y="11037"/>
                  </a:lnTo>
                  <a:lnTo>
                    <a:pt x="10169" y="13311"/>
                  </a:lnTo>
                  <a:lnTo>
                    <a:pt x="7942" y="12085"/>
                  </a:lnTo>
                  <a:lnTo>
                    <a:pt x="7942" y="8287"/>
                  </a:lnTo>
                  <a:close/>
                  <a:moveTo>
                    <a:pt x="7133" y="8299"/>
                  </a:moveTo>
                  <a:lnTo>
                    <a:pt x="7133" y="12204"/>
                  </a:lnTo>
                  <a:lnTo>
                    <a:pt x="7109" y="12204"/>
                  </a:lnTo>
                  <a:lnTo>
                    <a:pt x="5013" y="13371"/>
                  </a:lnTo>
                  <a:lnTo>
                    <a:pt x="4358" y="10978"/>
                  </a:lnTo>
                  <a:lnTo>
                    <a:pt x="7133" y="8299"/>
                  </a:lnTo>
                  <a:close/>
                  <a:moveTo>
                    <a:pt x="10585" y="0"/>
                  </a:moveTo>
                  <a:lnTo>
                    <a:pt x="9823" y="405"/>
                  </a:lnTo>
                  <a:lnTo>
                    <a:pt x="7430" y="1750"/>
                  </a:lnTo>
                  <a:lnTo>
                    <a:pt x="5120" y="476"/>
                  </a:lnTo>
                  <a:lnTo>
                    <a:pt x="4358" y="60"/>
                  </a:lnTo>
                  <a:lnTo>
                    <a:pt x="4132" y="869"/>
                  </a:lnTo>
                  <a:lnTo>
                    <a:pt x="3418" y="3465"/>
                  </a:lnTo>
                  <a:lnTo>
                    <a:pt x="846" y="4120"/>
                  </a:lnTo>
                  <a:lnTo>
                    <a:pt x="1" y="4346"/>
                  </a:lnTo>
                  <a:lnTo>
                    <a:pt x="429" y="5072"/>
                  </a:lnTo>
                  <a:lnTo>
                    <a:pt x="1810" y="7394"/>
                  </a:lnTo>
                  <a:lnTo>
                    <a:pt x="477" y="9632"/>
                  </a:lnTo>
                  <a:lnTo>
                    <a:pt x="36" y="10370"/>
                  </a:lnTo>
                  <a:lnTo>
                    <a:pt x="894" y="10597"/>
                  </a:lnTo>
                  <a:lnTo>
                    <a:pt x="3561" y="11287"/>
                  </a:lnTo>
                  <a:lnTo>
                    <a:pt x="4239" y="13788"/>
                  </a:lnTo>
                  <a:lnTo>
                    <a:pt x="4466" y="14609"/>
                  </a:lnTo>
                  <a:lnTo>
                    <a:pt x="5228" y="14192"/>
                  </a:lnTo>
                  <a:lnTo>
                    <a:pt x="7621" y="12859"/>
                  </a:lnTo>
                  <a:lnTo>
                    <a:pt x="9930" y="14145"/>
                  </a:lnTo>
                  <a:lnTo>
                    <a:pt x="10681" y="14561"/>
                  </a:lnTo>
                  <a:lnTo>
                    <a:pt x="10907" y="13752"/>
                  </a:lnTo>
                  <a:lnTo>
                    <a:pt x="11621" y="11156"/>
                  </a:lnTo>
                  <a:lnTo>
                    <a:pt x="14193" y="10489"/>
                  </a:lnTo>
                  <a:lnTo>
                    <a:pt x="15050" y="10263"/>
                  </a:lnTo>
                  <a:lnTo>
                    <a:pt x="14610" y="9537"/>
                  </a:lnTo>
                  <a:lnTo>
                    <a:pt x="13229" y="7215"/>
                  </a:lnTo>
                  <a:lnTo>
                    <a:pt x="14562" y="4965"/>
                  </a:lnTo>
                  <a:lnTo>
                    <a:pt x="15003" y="4239"/>
                  </a:lnTo>
                  <a:lnTo>
                    <a:pt x="14157" y="4012"/>
                  </a:lnTo>
                  <a:lnTo>
                    <a:pt x="11490" y="3310"/>
                  </a:lnTo>
                  <a:lnTo>
                    <a:pt x="10800" y="810"/>
                  </a:lnTo>
                  <a:lnTo>
                    <a:pt x="105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395;p9">
              <a:extLst>
                <a:ext uri="{FF2B5EF4-FFF2-40B4-BE49-F238E27FC236}">
                  <a16:creationId xmlns:a16="http://schemas.microsoft.com/office/drawing/2014/main" id="{D4960ADA-F28E-8472-E785-5F30A56524B2}"/>
                </a:ext>
              </a:extLst>
            </p:cNvPr>
            <p:cNvSpPr/>
            <p:nvPr/>
          </p:nvSpPr>
          <p:spPr>
            <a:xfrm>
              <a:off x="1074200" y="2846200"/>
              <a:ext cx="86100" cy="86100"/>
            </a:xfrm>
            <a:prstGeom prst="star4">
              <a:avLst>
                <a:gd name="adj" fmla="val 2247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6C1BF00-A166-8A6D-B4C8-DBCA7821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38" y="175945"/>
            <a:ext cx="2171597" cy="214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2EBD6-3A30-D17A-156A-FC001E8BF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2" y="4533715"/>
            <a:ext cx="2171597" cy="21483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279FC8A-C389-6FB8-792D-DD60259CB9EF}"/>
              </a:ext>
            </a:extLst>
          </p:cNvPr>
          <p:cNvSpPr/>
          <p:nvPr/>
        </p:nvSpPr>
        <p:spPr>
          <a:xfrm>
            <a:off x="685800" y="1250889"/>
            <a:ext cx="10983191" cy="43569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2540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fa-IR" sz="3200" b="1" dirty="0">
              <a:solidFill>
                <a:srgbClr val="002060"/>
              </a:solidFill>
              <a:latin typeface="+mj-lt"/>
              <a:ea typeface="+mj-ea"/>
              <a:cs typeface="B Titr" panose="000007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EA305-C75D-620F-0EAC-25519259657B}"/>
              </a:ext>
            </a:extLst>
          </p:cNvPr>
          <p:cNvSpPr txBox="1"/>
          <p:nvPr/>
        </p:nvSpPr>
        <p:spPr>
          <a:xfrm>
            <a:off x="357812" y="248611"/>
            <a:ext cx="10529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حضرت زهرا </a:t>
            </a:r>
            <a:r>
              <a:rPr lang="fa-IR" sz="32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سَلامُ اللّه عَلیها، </a:t>
            </a:r>
            <a:r>
              <a:rPr lang="fa-IR" sz="4400" b="1" dirty="0">
                <a:solidFill>
                  <a:srgbClr val="FFFF00"/>
                </a:solidFill>
                <a:latin typeface="+mj-lt"/>
                <a:ea typeface="+mj-ea"/>
                <a:cs typeface="B Titr" panose="00000700000000000000" pitchFamily="2" charset="-78"/>
              </a:rPr>
              <a:t>سرمایهِ سرمایه ها است.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EF62F8-22AC-7CC4-D462-7E0B93BC0547}"/>
              </a:ext>
            </a:extLst>
          </p:cNvPr>
          <p:cNvSpPr txBox="1"/>
          <p:nvPr/>
        </p:nvSpPr>
        <p:spPr>
          <a:xfrm>
            <a:off x="2857397" y="1200864"/>
            <a:ext cx="10539845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sz="4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کسی که </a:t>
            </a:r>
            <a:r>
              <a:rPr lang="fa-IR" sz="40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مُحَبَّت </a:t>
            </a:r>
            <a:r>
              <a:rPr lang="fa-IR" sz="40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به حضرت زهرا </a:t>
            </a:r>
            <a:r>
              <a:rPr lang="fa-IR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سَلامُ اللّه عَلیها  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داشته باشد </a:t>
            </a:r>
          </a:p>
          <a:p>
            <a:pPr algn="ctr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یعنی سرمایهِ سرمایه ها را دارد.</a:t>
            </a:r>
          </a:p>
          <a:p>
            <a:pPr algn="ctr">
              <a:lnSpc>
                <a:spcPct val="150000"/>
              </a:lnSpc>
            </a:pP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زمان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، </a:t>
            </a: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دانش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، </a:t>
            </a: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خانواده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، </a:t>
            </a: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اخلاق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،</a:t>
            </a:r>
          </a:p>
          <a:p>
            <a:pPr algn="ctr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اعتبار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، </a:t>
            </a: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ثروت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، </a:t>
            </a: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همکاران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و </a:t>
            </a: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سلامتی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  <a:r>
              <a:rPr lang="fa-IR" sz="2400" b="1" dirty="0">
                <a:solidFill>
                  <a:srgbClr val="C00000"/>
                </a:solidFill>
                <a:latin typeface="+mj-lt"/>
                <a:ea typeface="+mj-ea"/>
                <a:cs typeface="B Titr" panose="00000700000000000000" pitchFamily="2" charset="-78"/>
              </a:rPr>
              <a:t>مان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را وقتی در مسیر </a:t>
            </a:r>
            <a:r>
              <a:rPr lang="fa-IR" sz="24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مُحَبَّت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 به ایشان به کار بگیریم</a:t>
            </a:r>
          </a:p>
          <a:p>
            <a:pPr algn="ctr">
              <a:lnSpc>
                <a:spcPct val="150000"/>
              </a:lnSpc>
            </a:pP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و به </a:t>
            </a:r>
            <a:r>
              <a:rPr lang="fa-IR" sz="2400" b="1" dirty="0">
                <a:solidFill>
                  <a:srgbClr val="00B050"/>
                </a:solidFill>
                <a:latin typeface="+mj-lt"/>
                <a:ea typeface="+mj-ea"/>
                <a:cs typeface="B Titr" panose="00000700000000000000" pitchFamily="2" charset="-78"/>
              </a:rPr>
              <a:t>اَلحُسنی یعنی بهشت تبدیل </a:t>
            </a:r>
            <a:r>
              <a:rPr lang="fa-IR" sz="2400" b="1" dirty="0">
                <a:solidFill>
                  <a:srgbClr val="002060"/>
                </a:solidFill>
                <a:latin typeface="+mj-lt"/>
                <a:ea typeface="+mj-ea"/>
                <a:cs typeface="B Titr" panose="00000700000000000000" pitchFamily="2" charset="-78"/>
              </a:rPr>
              <a:t>می گردند.</a:t>
            </a: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06D5FAB5-9692-D3C2-C2CB-9FCA6B6980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95" y="1456687"/>
            <a:ext cx="3732572" cy="3781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8368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33800-8B8C-4647-5D33-8ABA8D3D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A5FB32-A7A6-F87E-5D3A-0F885825C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27850"/>
          <a:stretch>
            <a:fillRect/>
          </a:stretch>
        </p:blipFill>
        <p:spPr>
          <a:xfrm>
            <a:off x="0" y="109099"/>
            <a:ext cx="6728119" cy="2880348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855C08-C37C-CA99-F340-18CD36C01E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279280" y="1851811"/>
            <a:ext cx="7741227" cy="1013664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sz="8800" u="sng" dirty="0">
                <a:cs typeface="B Titr" panose="00000700000000000000" pitchFamily="2" charset="-78"/>
              </a:rPr>
              <a:t>8</a:t>
            </a:r>
            <a:r>
              <a:rPr lang="fa-IR" sz="8800" dirty="0">
                <a:cs typeface="B Titr" panose="00000700000000000000" pitchFamily="2" charset="-78"/>
              </a:rPr>
              <a:t> سرمایه</a:t>
            </a:r>
          </a:p>
          <a:p>
            <a:pPr>
              <a:lnSpc>
                <a:spcPct val="150000"/>
              </a:lnSpc>
            </a:pPr>
            <a:r>
              <a:rPr lang="fa-IR" sz="8800" dirty="0">
                <a:cs typeface="B Titr" panose="00000700000000000000" pitchFamily="2" charset="-78"/>
              </a:rPr>
              <a:t> </a:t>
            </a:r>
            <a:r>
              <a:rPr lang="fa-IR" sz="4400" dirty="0">
                <a:cs typeface="B Titr" panose="00000700000000000000" pitchFamily="2" charset="-78"/>
              </a:rPr>
              <a:t>در زندگی </a:t>
            </a:r>
            <a:r>
              <a:rPr lang="fa-IR" sz="4400" dirty="0">
                <a:solidFill>
                  <a:srgbClr val="00B050"/>
                </a:solidFill>
                <a:cs typeface="B Titr" panose="00000700000000000000" pitchFamily="2" charset="-78"/>
              </a:rPr>
              <a:t>حضرت فاطمه </a:t>
            </a:r>
            <a:r>
              <a:rPr lang="fa-IR" sz="2800" dirty="0">
                <a:solidFill>
                  <a:srgbClr val="00B050"/>
                </a:solidFill>
                <a:cs typeface="B Titr" panose="00000700000000000000" pitchFamily="2" charset="-78"/>
              </a:rPr>
              <a:t>سلام الله علیها</a:t>
            </a:r>
            <a:endParaRPr lang="fa-IR" sz="8800" dirty="0">
              <a:solidFill>
                <a:srgbClr val="00B050"/>
              </a:solidFill>
              <a:cs typeface="B Titr" panose="00000700000000000000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4F8D8D-C039-F759-D657-186C06592ED6}"/>
              </a:ext>
            </a:extLst>
          </p:cNvPr>
          <p:cNvCxnSpPr>
            <a:cxnSpLocks/>
          </p:cNvCxnSpPr>
          <p:nvPr/>
        </p:nvCxnSpPr>
        <p:spPr>
          <a:xfrm>
            <a:off x="962434" y="6029252"/>
            <a:ext cx="5257800" cy="0"/>
          </a:xfrm>
          <a:prstGeom prst="line">
            <a:avLst/>
          </a:prstGeom>
          <a:ln w="28575">
            <a:solidFill>
              <a:srgbClr val="084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555124E-B189-0880-24C9-CE9ED5CDBB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242" y="727475"/>
            <a:ext cx="1143634" cy="1000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249D4A-B4EC-07AF-D0B1-E7BB56FC6C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6" r="20273"/>
          <a:stretch>
            <a:fillRect/>
          </a:stretch>
        </p:blipFill>
        <p:spPr>
          <a:xfrm>
            <a:off x="7128163" y="667821"/>
            <a:ext cx="4979699" cy="55223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04603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7C349-135B-0CF7-B131-A57B576C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954245-ABC3-4ECA-BEFC-29FFB60AA365}"/>
              </a:ext>
            </a:extLst>
          </p:cNvPr>
          <p:cNvSpPr/>
          <p:nvPr/>
        </p:nvSpPr>
        <p:spPr>
          <a:xfrm flipH="1">
            <a:off x="373838" y="366816"/>
            <a:ext cx="8391920" cy="61243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/>
              <a:t>÷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32C6E-4449-8BA6-A84A-285D1930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21"/>
          <a:stretch/>
        </p:blipFill>
        <p:spPr>
          <a:xfrm flipH="1">
            <a:off x="8785422" y="1431795"/>
            <a:ext cx="2300252" cy="472786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F1F3EA-708D-74FE-2692-92A73196D4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2863" y="0"/>
            <a:ext cx="5854343" cy="698340"/>
          </a:xfrm>
        </p:spPr>
        <p:txBody>
          <a:bodyPr/>
          <a:lstStyle/>
          <a:p>
            <a:r>
              <a:rPr lang="fa-IR" sz="4400" dirty="0">
                <a:cs typeface="B Titr" panose="00000700000000000000" pitchFamily="2" charset="-78"/>
              </a:rPr>
              <a:t>زمان و عمر </a:t>
            </a:r>
            <a:r>
              <a:rPr lang="fa-IR" sz="6600" dirty="0"/>
              <a:t> 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در زندگی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 حضرت زهرا </a:t>
            </a:r>
            <a:r>
              <a:rPr lang="fa-IR" sz="2000" dirty="0">
                <a:solidFill>
                  <a:srgbClr val="C00000"/>
                </a:solidFill>
                <a:cs typeface="B Titr" panose="00000700000000000000" pitchFamily="2" charset="-78"/>
              </a:rPr>
              <a:t>سلام الله علیها </a:t>
            </a:r>
            <a:endParaRPr lang="fa-IR" sz="2800" dirty="0">
              <a:solidFill>
                <a:srgbClr val="C00000"/>
              </a:solidFill>
              <a:cs typeface="B Titr" panose="00000700000000000000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C62101-48C0-95ED-4884-E963296E0E9A}"/>
              </a:ext>
            </a:extLst>
          </p:cNvPr>
          <p:cNvSpPr/>
          <p:nvPr/>
        </p:nvSpPr>
        <p:spPr>
          <a:xfrm>
            <a:off x="226062" y="491999"/>
            <a:ext cx="8382218" cy="5874000"/>
          </a:xfrm>
          <a:prstGeom prst="rect">
            <a:avLst/>
          </a:prstGeom>
          <a:solidFill>
            <a:srgbClr val="FBF2E4"/>
          </a:solidFill>
          <a:ln>
            <a:solidFill>
              <a:srgbClr val="FBF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حضرت فاطِمه </a:t>
            </a: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با عمر کوتاه خود</a:t>
            </a:r>
          </a:p>
          <a:p>
            <a:pPr algn="ctr" rtl="1">
              <a:lnSpc>
                <a:spcPct val="150000"/>
              </a:lnSpc>
            </a:pP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 هر لحظه را در راه </a:t>
            </a:r>
            <a:r>
              <a:rPr lang="fa-IR" sz="2400" dirty="0">
                <a:solidFill>
                  <a:srgbClr val="C00000"/>
                </a:solidFill>
                <a:cs typeface="B Titr" panose="00000700000000000000" pitchFamily="2" charset="-78"/>
              </a:rPr>
              <a:t>یاری امام زمان </a:t>
            </a: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خود و </a:t>
            </a:r>
            <a:r>
              <a:rPr lang="fa-IR" sz="2400" dirty="0">
                <a:solidFill>
                  <a:srgbClr val="C00000"/>
                </a:solidFill>
                <a:cs typeface="B Titr" panose="00000700000000000000" pitchFamily="2" charset="-78"/>
              </a:rPr>
              <a:t>دفاع از ولایت </a:t>
            </a: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صرف کردند.</a:t>
            </a:r>
          </a:p>
          <a:p>
            <a:pPr algn="ctr" rtl="1">
              <a:lnSpc>
                <a:spcPct val="150000"/>
              </a:lnSpc>
            </a:pPr>
            <a:endParaRPr lang="fa-IR" sz="24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حضرت امام صادق‌ </a:t>
            </a:r>
            <a:r>
              <a:rPr lang="fa-IR" dirty="0">
                <a:solidFill>
                  <a:srgbClr val="0070C0"/>
                </a:solidFill>
                <a:cs typeface="B Titr" panose="00000700000000000000" pitchFamily="2" charset="-78"/>
              </a:rPr>
              <a:t>علیه السلام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فرمودند:</a:t>
            </a:r>
          </a:p>
          <a:p>
            <a:pPr algn="ctr" rtl="1">
              <a:lnSpc>
                <a:spcPct val="150000"/>
              </a:lnSpc>
            </a:pP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مَا قامَتْ فاطِمَةُ مِن مَجلِسٍ حتّى أثَّرَت فِي قُلوبِ الناسِ حُجَّةَ اللهِ.</a:t>
            </a:r>
          </a:p>
          <a:p>
            <a:pPr algn="ctr" rtl="1">
              <a:lnSpc>
                <a:spcPct val="150000"/>
              </a:lnSpc>
            </a:pPr>
            <a:r>
              <a:rPr lang="fa-IR" dirty="0">
                <a:solidFill>
                  <a:srgbClr val="0070C0"/>
                </a:solidFill>
                <a:cs typeface="B Titr" panose="00000700000000000000" pitchFamily="2" charset="-78"/>
              </a:rPr>
              <a:t>(دلائل الامامة، ص 45)</a:t>
            </a:r>
          </a:p>
          <a:p>
            <a:pPr algn="ctr" rtl="1">
              <a:lnSpc>
                <a:spcPct val="150000"/>
              </a:lnSpc>
            </a:pPr>
            <a:endParaRPr lang="fa-IR" sz="24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B050"/>
                </a:solidFill>
                <a:cs typeface="B Titr" panose="00000700000000000000" pitchFamily="2" charset="-78"/>
              </a:rPr>
              <a:t>فاطِمه </a:t>
            </a:r>
            <a:r>
              <a:rPr lang="fa-IR" sz="2400" dirty="0">
                <a:solidFill>
                  <a:srgbClr val="00B05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در هر </a:t>
            </a:r>
            <a:r>
              <a:rPr lang="fa-IR" sz="3200" dirty="0">
                <a:solidFill>
                  <a:srgbClr val="C00000"/>
                </a:solidFill>
                <a:cs typeface="B Titr" panose="00000700000000000000" pitchFamily="2" charset="-78"/>
              </a:rPr>
              <a:t>مجلسی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 که سخن می‌فرمود</a:t>
            </a: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نام </a:t>
            </a:r>
            <a:r>
              <a:rPr lang="fa-IR" sz="3200" dirty="0">
                <a:solidFill>
                  <a:srgbClr val="00B050"/>
                </a:solidFill>
                <a:cs typeface="B Titr" panose="00000700000000000000" pitchFamily="2" charset="-78"/>
              </a:rPr>
              <a:t>امام زمانش 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را بر </a:t>
            </a:r>
            <a:r>
              <a:rPr lang="fa-IR" sz="3200" dirty="0">
                <a:solidFill>
                  <a:srgbClr val="C00000"/>
                </a:solidFill>
                <a:cs typeface="B Titr" panose="00000700000000000000" pitchFamily="2" charset="-78"/>
              </a:rPr>
              <a:t>دل‌های مردم 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نقش می‌زد.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3454D-4CDC-FA53-2577-5F6EED709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836" y="1850935"/>
            <a:ext cx="3926164" cy="38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68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5D36FF8-81A3-9AE6-C356-3DC47534966F}"/>
              </a:ext>
            </a:extLst>
          </p:cNvPr>
          <p:cNvSpPr/>
          <p:nvPr/>
        </p:nvSpPr>
        <p:spPr>
          <a:xfrm flipH="1">
            <a:off x="4488366" y="183552"/>
            <a:ext cx="7428226" cy="6442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÷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32C6E-4449-8BA6-A84A-285D1930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3" y="1484442"/>
            <a:ext cx="2808317" cy="43278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AAC145-72E3-FB1E-3586-5C36E10343F0}"/>
              </a:ext>
            </a:extLst>
          </p:cNvPr>
          <p:cNvSpPr/>
          <p:nvPr/>
        </p:nvSpPr>
        <p:spPr>
          <a:xfrm>
            <a:off x="4292630" y="333088"/>
            <a:ext cx="7470473" cy="6124366"/>
          </a:xfrm>
          <a:prstGeom prst="rect">
            <a:avLst/>
          </a:prstGeom>
          <a:solidFill>
            <a:srgbClr val="FBF2E4"/>
          </a:solidFill>
          <a:ln>
            <a:solidFill>
              <a:srgbClr val="FBF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endParaRPr lang="fa-IR" sz="3200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sp>
        <p:nvSpPr>
          <p:cNvPr id="13" name="Text Placeholder 6"/>
          <p:cNvSpPr txBox="1">
            <a:spLocks/>
          </p:cNvSpPr>
          <p:nvPr/>
        </p:nvSpPr>
        <p:spPr>
          <a:xfrm>
            <a:off x="4268972" y="400546"/>
            <a:ext cx="8416480" cy="6124366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0" indent="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6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B Mitra" panose="00000400000000000000" pitchFamily="2" charset="-78"/>
              </a:defRPr>
            </a:lvl1pPr>
            <a:lvl2pPr marL="6858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B Mitra" panose="00000400000000000000" pitchFamily="2" charset="-78"/>
              </a:defRPr>
            </a:lvl2pPr>
            <a:lvl3pPr marL="11430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B Mitra" panose="00000400000000000000" pitchFamily="2" charset="-78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fa-IR" sz="3400" dirty="0">
                <a:solidFill>
                  <a:srgbClr val="002060"/>
                </a:solidFill>
                <a:cs typeface="B Titr" panose="00000700000000000000" pitchFamily="2" charset="-78"/>
              </a:rPr>
              <a:t>روزی زنی از مدینه نزد </a:t>
            </a:r>
            <a:r>
              <a:rPr lang="fa-IR" sz="3400" dirty="0">
                <a:solidFill>
                  <a:srgbClr val="00B050"/>
                </a:solidFill>
                <a:cs typeface="B Titr" panose="00000700000000000000" pitchFamily="2" charset="-78"/>
              </a:rPr>
              <a:t>حضرت فاطِمه سَلامُ اللّه عَلیها </a:t>
            </a:r>
            <a:r>
              <a:rPr lang="fa-IR" sz="3400" dirty="0">
                <a:solidFill>
                  <a:srgbClr val="002060"/>
                </a:solidFill>
                <a:cs typeface="B Titr" panose="00000700000000000000" pitchFamily="2" charset="-78"/>
              </a:rPr>
              <a:t>آمد و گفت: </a:t>
            </a: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مادرم درباره نماز پرسش‌هایی دارد و مرا فرستاده تا از شما بپرسم.</a:t>
            </a: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حضرت فرمودند: بپرس.</a:t>
            </a: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زن پرسش‌های زیادی مطرح کرد و پاسخ شنید. سپس با شرمندگی گفت: </a:t>
            </a: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دیگر شما را خسته نمی‌کنم.</a:t>
            </a: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حضرت لبخند زدند و فرمودند:</a:t>
            </a: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اگر از کسی درخواست کنند تا بار سنگینی را به پشت بام ببرد</a:t>
            </a:r>
            <a:endParaRPr lang="en-US" sz="32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 و در برابر آن صد هزار دینار مزد بگیرد، آیا برایش سخت است؟</a:t>
            </a: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زن گفت: نه.</a:t>
            </a:r>
          </a:p>
          <a:p>
            <a:pPr algn="ctr">
              <a:lnSpc>
                <a:spcPct val="160000"/>
              </a:lnSpc>
            </a:pPr>
            <a:r>
              <a:rPr lang="fa-IR" sz="3400" dirty="0">
                <a:solidFill>
                  <a:srgbClr val="C00000"/>
                </a:solidFill>
                <a:cs typeface="B Titr" panose="00000700000000000000" pitchFamily="2" charset="-78"/>
              </a:rPr>
              <a:t>حضرت فاطِمه </a:t>
            </a:r>
            <a:r>
              <a:rPr lang="fa-IR" sz="2900" dirty="0">
                <a:solidFill>
                  <a:srgbClr val="C0000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3400" dirty="0">
                <a:solidFill>
                  <a:srgbClr val="C00000"/>
                </a:solidFill>
                <a:cs typeface="B Titr" panose="00000700000000000000" pitchFamily="2" charset="-78"/>
              </a:rPr>
              <a:t>فرمودند:</a:t>
            </a:r>
          </a:p>
          <a:p>
            <a:pPr algn="ctr">
              <a:lnSpc>
                <a:spcPct val="160000"/>
              </a:lnSpc>
            </a:pPr>
            <a:r>
              <a:rPr lang="fa-IR" sz="3400" dirty="0">
                <a:solidFill>
                  <a:srgbClr val="C00000"/>
                </a:solidFill>
                <a:cs typeface="B Titr" panose="00000700000000000000" pitchFamily="2" charset="-78"/>
              </a:rPr>
              <a:t>من برای هر پرسشی که پاسخ می‌دهم، پاداشی میان زمین تا عرش از گوهر و نور دریافت می‌کنم</a:t>
            </a:r>
            <a:endParaRPr lang="en-US" sz="3400" dirty="0">
              <a:solidFill>
                <a:srgbClr val="C0000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6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 پس چگونه خسته شوم؟</a:t>
            </a:r>
          </a:p>
          <a:p>
            <a:pPr algn="ctr">
              <a:lnSpc>
                <a:spcPct val="160000"/>
              </a:lnSpc>
            </a:pPr>
            <a:r>
              <a:rPr lang="fa-IR" sz="3000" dirty="0">
                <a:solidFill>
                  <a:srgbClr val="C00000"/>
                </a:solidFill>
                <a:cs typeface="B Titr" panose="00000700000000000000" pitchFamily="2" charset="-78"/>
              </a:rPr>
              <a:t>بدان که ارزش یکی از آن پاداش‌ها هزار برابر تمام سرمایه های دنیاست.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A71739A9-B8FD-890B-E003-653CDDAB6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816511" y="-199533"/>
            <a:ext cx="5854343" cy="6983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sz="4400" dirty="0">
                <a:cs typeface="B Titr" panose="00000700000000000000" pitchFamily="2" charset="-78"/>
              </a:rPr>
              <a:t>دانش و مهارت</a:t>
            </a:r>
            <a:endParaRPr lang="en-US" sz="4400" dirty="0">
              <a:cs typeface="B Titr" panose="00000700000000000000" pitchFamily="2" charset="-78"/>
            </a:endParaRP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در زندگی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 حضرت زهرا </a:t>
            </a:r>
            <a:r>
              <a:rPr lang="fa-IR" sz="2000" dirty="0">
                <a:solidFill>
                  <a:srgbClr val="C00000"/>
                </a:solidFill>
                <a:cs typeface="B Titr" panose="00000700000000000000" pitchFamily="2" charset="-78"/>
              </a:rPr>
              <a:t>سلام الله علیها </a:t>
            </a:r>
            <a:endParaRPr lang="fa-IR" sz="2800" dirty="0">
              <a:solidFill>
                <a:srgbClr val="C00000"/>
              </a:solidFill>
              <a:cs typeface="B Titr" panose="00000700000000000000" pitchFamily="2" charset="-78"/>
            </a:endParaRPr>
          </a:p>
        </p:txBody>
      </p:sp>
      <p:pic>
        <p:nvPicPr>
          <p:cNvPr id="17" name="Picture 16" descr="A person covered in a green cloth&#10;&#10;AI-generated content may be incorrect.">
            <a:extLst>
              <a:ext uri="{FF2B5EF4-FFF2-40B4-BE49-F238E27FC236}">
                <a16:creationId xmlns:a16="http://schemas.microsoft.com/office/drawing/2014/main" id="{E486778C-374F-696F-5AFC-7E8C95219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5" t="-363" r="12580" b="4549"/>
          <a:stretch>
            <a:fillRect/>
          </a:stretch>
        </p:blipFill>
        <p:spPr>
          <a:xfrm>
            <a:off x="953729" y="1869366"/>
            <a:ext cx="3763505" cy="355803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11591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E9457-FF77-9A1B-2E08-0D5512AA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B960B9-C358-F7A2-9DAD-5CCF4341B189}"/>
              </a:ext>
            </a:extLst>
          </p:cNvPr>
          <p:cNvSpPr/>
          <p:nvPr/>
        </p:nvSpPr>
        <p:spPr>
          <a:xfrm flipH="1">
            <a:off x="373838" y="366816"/>
            <a:ext cx="8391920" cy="61243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/>
              <a:t>÷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79BCA7-044B-DFF6-60DD-027F37D9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21"/>
          <a:stretch/>
        </p:blipFill>
        <p:spPr>
          <a:xfrm flipH="1">
            <a:off x="8792152" y="1431796"/>
            <a:ext cx="2300252" cy="472786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7F8C7-77E5-2892-FF0E-68C4937A3B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64708" y="174717"/>
            <a:ext cx="5854343" cy="698340"/>
          </a:xfrm>
        </p:spPr>
        <p:txBody>
          <a:bodyPr/>
          <a:lstStyle/>
          <a:p>
            <a:r>
              <a:rPr lang="fa-IR" sz="4000" dirty="0">
                <a:cs typeface="B Titr" panose="00000700000000000000" pitchFamily="2" charset="-78"/>
              </a:rPr>
              <a:t>خانواده و بستگان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در زندگی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 حضرت زهرا </a:t>
            </a:r>
            <a:r>
              <a:rPr lang="fa-IR" sz="2000" dirty="0">
                <a:solidFill>
                  <a:srgbClr val="C00000"/>
                </a:solidFill>
                <a:cs typeface="B Titr" panose="00000700000000000000" pitchFamily="2" charset="-78"/>
              </a:rPr>
              <a:t>سلام الله علیها </a:t>
            </a:r>
            <a:endParaRPr lang="fa-IR" sz="2800" dirty="0">
              <a:solidFill>
                <a:srgbClr val="C00000"/>
              </a:solidFill>
              <a:cs typeface="B Titr" panose="00000700000000000000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23DC98-0B07-0351-9E61-84618012F28A}"/>
              </a:ext>
            </a:extLst>
          </p:cNvPr>
          <p:cNvSpPr/>
          <p:nvPr/>
        </p:nvSpPr>
        <p:spPr>
          <a:xfrm>
            <a:off x="216360" y="491998"/>
            <a:ext cx="8382218" cy="5874000"/>
          </a:xfrm>
          <a:prstGeom prst="rect">
            <a:avLst/>
          </a:prstGeom>
          <a:solidFill>
            <a:srgbClr val="FBF2E4"/>
          </a:solidFill>
          <a:ln>
            <a:solidFill>
              <a:srgbClr val="FBF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fa-IR" sz="2800" dirty="0">
                <a:solidFill>
                  <a:srgbClr val="00B050"/>
                </a:solidFill>
                <a:cs typeface="B Titr" panose="00000700000000000000" pitchFamily="2" charset="-78"/>
              </a:rPr>
              <a:t>حضرت فاطِمه </a:t>
            </a:r>
            <a:r>
              <a:rPr lang="fa-IR" sz="2000" dirty="0">
                <a:solidFill>
                  <a:srgbClr val="00B05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در وصف </a:t>
            </a:r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خانواده</a:t>
            </a: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 خود فرمودند:</a:t>
            </a:r>
          </a:p>
          <a:p>
            <a:pPr algn="ctr" rtl="1">
              <a:lnSpc>
                <a:spcPct val="150000"/>
              </a:lnSpc>
            </a:pP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من هرگز همسرم امیرالمؤمنین علی </a:t>
            </a: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علیه السلام  </a:t>
            </a: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را به خشم نیاوردم </a:t>
            </a:r>
          </a:p>
          <a:p>
            <a:pPr algn="ctr" rtl="1">
              <a:lnSpc>
                <a:spcPct val="150000"/>
              </a:lnSpc>
            </a:pP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و او نیز هرگز مرا خشمگین نکرد</a:t>
            </a: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.</a:t>
            </a:r>
          </a:p>
          <a:p>
            <a:pPr algn="ctr" rtl="1">
              <a:lnSpc>
                <a:spcPct val="150000"/>
              </a:lnSpc>
            </a:pPr>
            <a:endParaRPr lang="fa-IR" sz="24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2400" dirty="0">
                <a:solidFill>
                  <a:srgbClr val="00B0F0"/>
                </a:solidFill>
                <a:cs typeface="B Titr" panose="00000700000000000000" pitchFamily="2" charset="-78"/>
              </a:rPr>
              <a:t>این نهایت مدیریت سرمایه عاطفی و خانواده است.</a:t>
            </a:r>
          </a:p>
        </p:txBody>
      </p:sp>
      <p:pic>
        <p:nvPicPr>
          <p:cNvPr id="9" name="Picture 8" descr="A person in a green dress&#10;&#10;AI-generated content may be incorrect.">
            <a:extLst>
              <a:ext uri="{FF2B5EF4-FFF2-40B4-BE49-F238E27FC236}">
                <a16:creationId xmlns:a16="http://schemas.microsoft.com/office/drawing/2014/main" id="{DD914E47-A8E7-952A-5E30-446E0981F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" t="4828" r="61437" b="38858"/>
          <a:stretch>
            <a:fillRect/>
          </a:stretch>
        </p:blipFill>
        <p:spPr>
          <a:xfrm>
            <a:off x="8425982" y="2066640"/>
            <a:ext cx="3549658" cy="323095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34131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5E0A5-5EA7-E366-A23B-32CFEAC2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ABE02D-29EC-8E9B-E2C6-D2FFC54590A5}"/>
              </a:ext>
            </a:extLst>
          </p:cNvPr>
          <p:cNvSpPr/>
          <p:nvPr/>
        </p:nvSpPr>
        <p:spPr>
          <a:xfrm flipH="1">
            <a:off x="4488366" y="183552"/>
            <a:ext cx="7428226" cy="6442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÷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3EECEC-92B6-530F-17D0-9592D1742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" y="1494238"/>
            <a:ext cx="2808317" cy="43278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65472A-D72E-4E20-0F39-52FFF98581DD}"/>
              </a:ext>
            </a:extLst>
          </p:cNvPr>
          <p:cNvSpPr/>
          <p:nvPr/>
        </p:nvSpPr>
        <p:spPr>
          <a:xfrm>
            <a:off x="3924471" y="299029"/>
            <a:ext cx="7843355" cy="6124366"/>
          </a:xfrm>
          <a:prstGeom prst="rect">
            <a:avLst/>
          </a:prstGeom>
          <a:solidFill>
            <a:srgbClr val="FBF2E4"/>
          </a:solidFill>
          <a:ln>
            <a:solidFill>
              <a:srgbClr val="FBF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endParaRPr lang="fa-IR" sz="3200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2461691-F449-FE41-5498-F4B25FB6503A}"/>
              </a:ext>
            </a:extLst>
          </p:cNvPr>
          <p:cNvSpPr txBox="1">
            <a:spLocks/>
          </p:cNvSpPr>
          <p:nvPr/>
        </p:nvSpPr>
        <p:spPr>
          <a:xfrm>
            <a:off x="4073237" y="299029"/>
            <a:ext cx="8020508" cy="61243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6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B Mitra" panose="00000400000000000000" pitchFamily="2" charset="-78"/>
              </a:defRPr>
            </a:lvl1pPr>
            <a:lvl2pPr marL="6858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B Mitra" panose="00000400000000000000" pitchFamily="2" charset="-78"/>
              </a:defRPr>
            </a:lvl2pPr>
            <a:lvl3pPr marL="11430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B Mitra" panose="00000400000000000000" pitchFamily="2" charset="-78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fa-IR" sz="2400" dirty="0">
                <a:solidFill>
                  <a:srgbClr val="00B050"/>
                </a:solidFill>
                <a:cs typeface="B Titr" panose="00000700000000000000" pitchFamily="2" charset="-78"/>
              </a:rPr>
              <a:t>حضرت ‌ فاطِمه </a:t>
            </a:r>
            <a:r>
              <a:rPr lang="fa-IR" sz="2000" dirty="0">
                <a:solidFill>
                  <a:srgbClr val="00B050"/>
                </a:solidFill>
                <a:cs typeface="B Titr" panose="00000700000000000000" pitchFamily="2" charset="-78"/>
              </a:rPr>
              <a:t>سَلامُ اللّه عَلیها </a:t>
            </a:r>
            <a:endParaRPr lang="fa-IR" sz="24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00000"/>
              </a:lnSpc>
            </a:pP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بالاترین ارزش اخلاقی را در </a:t>
            </a:r>
          </a:p>
          <a:p>
            <a:pPr algn="ctr">
              <a:lnSpc>
                <a:spcPct val="100000"/>
              </a:lnSpc>
            </a:pP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محبِّت و پیروی از امام خود می‌دانستند </a:t>
            </a:r>
          </a:p>
          <a:p>
            <a:pPr algn="ctr">
              <a:lnSpc>
                <a:spcPct val="160000"/>
              </a:lnSpc>
            </a:pPr>
            <a:r>
              <a:rPr lang="fa-IR" sz="3600" dirty="0">
                <a:solidFill>
                  <a:srgbClr val="002060"/>
                </a:solidFill>
                <a:cs typeface="B Titr" panose="00000700000000000000" pitchFamily="2" charset="-78"/>
              </a:rPr>
              <a:t>و فرمودند:</a:t>
            </a:r>
          </a:p>
          <a:p>
            <a:pPr algn="ctr">
              <a:lnSpc>
                <a:spcPct val="160000"/>
              </a:lnSpc>
            </a:pPr>
            <a:r>
              <a:rPr lang="fa-IR" sz="3600" dirty="0">
                <a:solidFill>
                  <a:srgbClr val="002060"/>
                </a:solidFill>
                <a:cs typeface="B Titr" panose="00000700000000000000" pitchFamily="2" charset="-78"/>
              </a:rPr>
              <a:t>کامل‌ترین انسان، کسی است که</a:t>
            </a:r>
          </a:p>
          <a:p>
            <a:pPr algn="ctr">
              <a:lnSpc>
                <a:spcPct val="160000"/>
              </a:lnSpc>
            </a:pPr>
            <a:r>
              <a:rPr lang="fa-IR" sz="3600" dirty="0">
                <a:solidFill>
                  <a:srgbClr val="002060"/>
                </a:solidFill>
                <a:cs typeface="B Titr" panose="00000700000000000000" pitchFamily="2" charset="-78"/>
              </a:rPr>
              <a:t> علی‌ </a:t>
            </a: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علیه السلام </a:t>
            </a:r>
            <a:r>
              <a:rPr lang="fa-IR" sz="3600" dirty="0">
                <a:solidFill>
                  <a:srgbClr val="002060"/>
                </a:solidFill>
                <a:cs typeface="B Titr" panose="00000700000000000000" pitchFamily="2" charset="-78"/>
              </a:rPr>
              <a:t>را دوست بدارد. 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BF7FBC8C-2643-67F9-2C12-5910B5880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816511" y="-199533"/>
            <a:ext cx="5854343" cy="6983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sz="4000" dirty="0">
                <a:cs typeface="B Titr" panose="00000700000000000000" pitchFamily="2" charset="-78"/>
              </a:rPr>
              <a:t>ارزش‌های اخلاقی 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در زندگی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 حضرت زهرا </a:t>
            </a:r>
            <a:r>
              <a:rPr lang="fa-IR" sz="2000" dirty="0">
                <a:solidFill>
                  <a:srgbClr val="C00000"/>
                </a:solidFill>
                <a:cs typeface="B Titr" panose="00000700000000000000" pitchFamily="2" charset="-78"/>
              </a:rPr>
              <a:t>سلام الله علیها </a:t>
            </a:r>
            <a:endParaRPr lang="fa-IR" sz="2800" dirty="0">
              <a:solidFill>
                <a:srgbClr val="C00000"/>
              </a:solidFill>
              <a:cs typeface="B Titr" panose="00000700000000000000" pitchFamily="2" charset="-78"/>
            </a:endParaRPr>
          </a:p>
        </p:txBody>
      </p:sp>
      <p:pic>
        <p:nvPicPr>
          <p:cNvPr id="3" name="Picture 2" descr="A painting of a person in a green robe holding a sword&#10;&#10;AI-generated content may be incorrect.">
            <a:extLst>
              <a:ext uri="{FF2B5EF4-FFF2-40B4-BE49-F238E27FC236}">
                <a16:creationId xmlns:a16="http://schemas.microsoft.com/office/drawing/2014/main" id="{7F06965A-32CF-5C07-536D-ECFD8F79A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7" t="14322"/>
          <a:stretch>
            <a:fillRect/>
          </a:stretch>
        </p:blipFill>
        <p:spPr>
          <a:xfrm>
            <a:off x="705448" y="1845456"/>
            <a:ext cx="3674763" cy="362545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334306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81D7-7132-5251-466F-21B02FBD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51AA5C-31FA-24EF-1436-3E2E04DAA556}"/>
              </a:ext>
            </a:extLst>
          </p:cNvPr>
          <p:cNvSpPr/>
          <p:nvPr/>
        </p:nvSpPr>
        <p:spPr>
          <a:xfrm flipH="1">
            <a:off x="373838" y="366816"/>
            <a:ext cx="8391920" cy="61243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/>
              <a:t>÷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B05DAF-F837-CDB4-C793-7558900FD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21"/>
          <a:stretch/>
        </p:blipFill>
        <p:spPr>
          <a:xfrm flipH="1">
            <a:off x="8785422" y="1412132"/>
            <a:ext cx="2300252" cy="472786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A26C57-F43A-501C-8474-C7EF81834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64708" y="174717"/>
            <a:ext cx="5854343" cy="698340"/>
          </a:xfrm>
        </p:spPr>
        <p:txBody>
          <a:bodyPr/>
          <a:lstStyle/>
          <a:p>
            <a:r>
              <a:rPr lang="fa-IR" sz="3600" dirty="0">
                <a:cs typeface="B Titr" panose="00000700000000000000" pitchFamily="2" charset="-78"/>
              </a:rPr>
              <a:t>اعتبار و خوش‌نامی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در زندگی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 حضرت زهرا </a:t>
            </a:r>
            <a:r>
              <a:rPr lang="fa-IR" sz="2000" dirty="0">
                <a:solidFill>
                  <a:srgbClr val="C00000"/>
                </a:solidFill>
                <a:cs typeface="B Titr" panose="00000700000000000000" pitchFamily="2" charset="-78"/>
              </a:rPr>
              <a:t>سلام الله علیها </a:t>
            </a:r>
            <a:endParaRPr lang="fa-IR" sz="2800" dirty="0">
              <a:solidFill>
                <a:srgbClr val="C00000"/>
              </a:solidFill>
              <a:cs typeface="B Titr" panose="00000700000000000000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A166A7-DA93-2942-0278-F5B084B2560C}"/>
              </a:ext>
            </a:extLst>
          </p:cNvPr>
          <p:cNvSpPr/>
          <p:nvPr/>
        </p:nvSpPr>
        <p:spPr>
          <a:xfrm>
            <a:off x="216360" y="491998"/>
            <a:ext cx="8382218" cy="5874000"/>
          </a:xfrm>
          <a:prstGeom prst="rect">
            <a:avLst/>
          </a:prstGeom>
          <a:solidFill>
            <a:srgbClr val="FBF2E4"/>
          </a:solidFill>
          <a:ln>
            <a:solidFill>
              <a:srgbClr val="FBF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fa-IR" sz="2800" dirty="0">
                <a:solidFill>
                  <a:srgbClr val="00B050"/>
                </a:solidFill>
                <a:cs typeface="B Titr" panose="00000700000000000000" pitchFamily="2" charset="-78"/>
              </a:rPr>
              <a:t>حضرت فاطِمه </a:t>
            </a:r>
            <a:r>
              <a:rPr lang="fa-IR" sz="2000" dirty="0">
                <a:solidFill>
                  <a:srgbClr val="00B05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برای دفاع از حق</a:t>
            </a:r>
          </a:p>
          <a:p>
            <a:pPr algn="ctr" rtl="1">
              <a:lnSpc>
                <a:spcPct val="150000"/>
              </a:lnSpc>
            </a:pP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تمام سرمایه اعتبار و جایگاه خود را به کار گرفتند. </a:t>
            </a:r>
          </a:p>
          <a:p>
            <a:pPr algn="ctr" rtl="1">
              <a:lnSpc>
                <a:spcPct val="150000"/>
              </a:lnSpc>
            </a:pPr>
            <a:endParaRPr lang="fa-IR" sz="28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در خطبه فدک</a:t>
            </a: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 ایشان از </a:t>
            </a:r>
            <a:r>
              <a:rPr lang="fa-IR" sz="3200" dirty="0">
                <a:solidFill>
                  <a:srgbClr val="00B050"/>
                </a:solidFill>
                <a:cs typeface="B Titr" panose="00000700000000000000" pitchFamily="2" charset="-78"/>
              </a:rPr>
              <a:t>اعتبارشان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 به‌عنوان </a:t>
            </a:r>
            <a:r>
              <a:rPr lang="fa-IR" sz="3200" dirty="0">
                <a:solidFill>
                  <a:srgbClr val="00B050"/>
                </a:solidFill>
                <a:cs typeface="B Titr" panose="00000700000000000000" pitchFamily="2" charset="-78"/>
              </a:rPr>
              <a:t>دختر پیامبر </a:t>
            </a: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صَلَّی اللّه عَلیهِ وَ آلِه </a:t>
            </a:r>
            <a:endParaRPr lang="fa-IR" sz="32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برای </a:t>
            </a:r>
            <a:r>
              <a:rPr lang="fa-IR" sz="3200" dirty="0">
                <a:solidFill>
                  <a:srgbClr val="C00000"/>
                </a:solidFill>
                <a:cs typeface="B Titr" panose="00000700000000000000" pitchFamily="2" charset="-78"/>
              </a:rPr>
              <a:t>دفاع از حق امام زمان 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خود استفاده کردند.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A1BE5-DA93-8E45-E032-D00FF1F3E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242" y="2002109"/>
            <a:ext cx="3755446" cy="336002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91525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7B70-01AC-79A8-ACE2-DFBDAE95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0585B89-CEE0-E543-A68C-B633EDC0922F}"/>
              </a:ext>
            </a:extLst>
          </p:cNvPr>
          <p:cNvSpPr/>
          <p:nvPr/>
        </p:nvSpPr>
        <p:spPr>
          <a:xfrm flipH="1">
            <a:off x="4488366" y="183552"/>
            <a:ext cx="7428226" cy="6442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÷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E64FAE-8E39-7A7A-690C-BDB2539BB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37" y="1494238"/>
            <a:ext cx="2808317" cy="43278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9039C5-6695-D759-F727-5CB2B6898CE3}"/>
              </a:ext>
            </a:extLst>
          </p:cNvPr>
          <p:cNvSpPr/>
          <p:nvPr/>
        </p:nvSpPr>
        <p:spPr>
          <a:xfrm>
            <a:off x="3924471" y="299029"/>
            <a:ext cx="7843355" cy="6124366"/>
          </a:xfrm>
          <a:prstGeom prst="rect">
            <a:avLst/>
          </a:prstGeom>
          <a:solidFill>
            <a:srgbClr val="FBF2E4"/>
          </a:solidFill>
          <a:ln>
            <a:solidFill>
              <a:srgbClr val="FBF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endParaRPr lang="fa-IR" sz="3200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A678D29-65C0-D9F0-3133-16E946374956}"/>
              </a:ext>
            </a:extLst>
          </p:cNvPr>
          <p:cNvSpPr txBox="1">
            <a:spLocks/>
          </p:cNvSpPr>
          <p:nvPr/>
        </p:nvSpPr>
        <p:spPr>
          <a:xfrm>
            <a:off x="4073237" y="299029"/>
            <a:ext cx="8020508" cy="61243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6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B Mitra" panose="00000400000000000000" pitchFamily="2" charset="-78"/>
              </a:defRPr>
            </a:lvl1pPr>
            <a:lvl2pPr marL="6858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B Mitra" panose="00000400000000000000" pitchFamily="2" charset="-78"/>
              </a:defRPr>
            </a:lvl2pPr>
            <a:lvl3pPr marL="11430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B Mitra" panose="00000400000000000000" pitchFamily="2" charset="-78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fa-IR" sz="24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00000"/>
              </a:lnSpc>
            </a:pPr>
            <a:r>
              <a:rPr lang="fa-IR" sz="2400" dirty="0">
                <a:solidFill>
                  <a:srgbClr val="00B050"/>
                </a:solidFill>
                <a:cs typeface="B Titr" panose="00000700000000000000" pitchFamily="2" charset="-78"/>
              </a:rPr>
              <a:t>حضرت فاطِمه </a:t>
            </a:r>
            <a:r>
              <a:rPr lang="fa-IR" sz="2000" dirty="0">
                <a:solidFill>
                  <a:srgbClr val="00B050"/>
                </a:solidFill>
                <a:cs typeface="B Titr" panose="00000700000000000000" pitchFamily="2" charset="-78"/>
              </a:rPr>
              <a:t>سَلامُ اللّه عَلیها </a:t>
            </a:r>
            <a:endParaRPr lang="fa-IR" sz="2400" dirty="0">
              <a:solidFill>
                <a:srgbClr val="00B05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00000"/>
              </a:lnSpc>
            </a:pP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در محیط خانواده و زندگی</a:t>
            </a:r>
          </a:p>
          <a:p>
            <a:pPr algn="ctr">
              <a:lnSpc>
                <a:spcPct val="100000"/>
              </a:lnSpc>
            </a:pP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 همکاری و تقسیم کار با خادِمه خود جناب </a:t>
            </a:r>
            <a:r>
              <a:rPr lang="fa-IR" sz="2400" dirty="0">
                <a:solidFill>
                  <a:srgbClr val="C00000"/>
                </a:solidFill>
                <a:cs typeface="B Titr" panose="00000700000000000000" pitchFamily="2" charset="-78"/>
              </a:rPr>
              <a:t>فِضِّه</a:t>
            </a: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 داشتند.</a:t>
            </a:r>
          </a:p>
          <a:p>
            <a:pPr algn="ctr">
              <a:lnSpc>
                <a:spcPct val="100000"/>
              </a:lnSpc>
            </a:pPr>
            <a:endParaRPr lang="fa-IR" sz="32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0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به او فرموده بودند که ای </a:t>
            </a:r>
            <a:r>
              <a:rPr lang="fa-IR" sz="3200" dirty="0">
                <a:solidFill>
                  <a:srgbClr val="C00000"/>
                </a:solidFill>
                <a:cs typeface="B Titr" panose="00000700000000000000" pitchFamily="2" charset="-78"/>
              </a:rPr>
              <a:t>فِضِّه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:</a:t>
            </a:r>
          </a:p>
          <a:p>
            <a:pPr algn="ctr">
              <a:lnSpc>
                <a:spcPct val="10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یک روز شما در منزل به کارها بپرداز و یک روز من.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7BF7CE1-6B12-4B6B-7DC8-221D0E657E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816511" y="-199533"/>
            <a:ext cx="5854343" cy="6983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sz="3600" dirty="0">
                <a:cs typeface="B Titr" panose="00000700000000000000" pitchFamily="2" charset="-78"/>
              </a:rPr>
              <a:t>محیط کار و همکاران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در زندگی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 حضرت زهرا </a:t>
            </a:r>
            <a:r>
              <a:rPr lang="fa-IR" sz="2000" dirty="0">
                <a:solidFill>
                  <a:srgbClr val="C00000"/>
                </a:solidFill>
                <a:cs typeface="B Titr" panose="00000700000000000000" pitchFamily="2" charset="-78"/>
              </a:rPr>
              <a:t>سلام الله علیها </a:t>
            </a:r>
            <a:endParaRPr lang="fa-IR" sz="2800" dirty="0">
              <a:solidFill>
                <a:srgbClr val="C00000"/>
              </a:solidFill>
              <a:cs typeface="B Titr" panose="00000700000000000000" pitchFamily="2" charset="-78"/>
            </a:endParaRPr>
          </a:p>
        </p:txBody>
      </p:sp>
      <p:pic>
        <p:nvPicPr>
          <p:cNvPr id="4" name="Picture 3" descr="A person in a robe holding a stick&#10;&#10;AI-generated content may be incorrect.">
            <a:extLst>
              <a:ext uri="{FF2B5EF4-FFF2-40B4-BE49-F238E27FC236}">
                <a16:creationId xmlns:a16="http://schemas.microsoft.com/office/drawing/2014/main" id="{A8DAE5D7-C189-755A-03AE-4208E60251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13" t="1" r="-1" b="22431"/>
          <a:stretch>
            <a:fillRect/>
          </a:stretch>
        </p:blipFill>
        <p:spPr>
          <a:xfrm>
            <a:off x="770998" y="1843996"/>
            <a:ext cx="3568602" cy="362836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23487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B316-36ED-2D15-924F-EE173668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BC10B-B0C6-B29E-5392-45EDD63D9B4F}"/>
              </a:ext>
            </a:extLst>
          </p:cNvPr>
          <p:cNvSpPr/>
          <p:nvPr/>
        </p:nvSpPr>
        <p:spPr>
          <a:xfrm flipH="1">
            <a:off x="373838" y="366816"/>
            <a:ext cx="8391920" cy="61243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/>
              <a:t>÷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E78FC6-210D-176E-F60C-F3C425C96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21"/>
          <a:stretch/>
        </p:blipFill>
        <p:spPr>
          <a:xfrm flipH="1">
            <a:off x="8785422" y="1412132"/>
            <a:ext cx="2300252" cy="472786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189DD4-1870-4879-E698-6CF0229907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64708" y="174717"/>
            <a:ext cx="5854343" cy="698340"/>
          </a:xfrm>
        </p:spPr>
        <p:txBody>
          <a:bodyPr/>
          <a:lstStyle/>
          <a:p>
            <a:r>
              <a:rPr lang="fa-IR" sz="4400" dirty="0">
                <a:cs typeface="B Titr" panose="00000700000000000000" pitchFamily="2" charset="-78"/>
              </a:rPr>
              <a:t>ثروت</a:t>
            </a:r>
          </a:p>
          <a:p>
            <a:r>
              <a:rPr lang="fa-IR" sz="3600" dirty="0">
                <a:cs typeface="B Titr" panose="00000700000000000000" pitchFamily="2" charset="-78"/>
              </a:rPr>
              <a:t> </a:t>
            </a:r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در زندگی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 حضرت زهرا </a:t>
            </a:r>
            <a:r>
              <a:rPr lang="fa-IR" sz="2000" dirty="0">
                <a:solidFill>
                  <a:srgbClr val="C00000"/>
                </a:solidFill>
                <a:cs typeface="B Titr" panose="00000700000000000000" pitchFamily="2" charset="-78"/>
              </a:rPr>
              <a:t>سلام الله علیها </a:t>
            </a:r>
            <a:endParaRPr lang="fa-IR" sz="2800" dirty="0">
              <a:solidFill>
                <a:srgbClr val="C00000"/>
              </a:solidFill>
              <a:cs typeface="B Titr" panose="00000700000000000000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93E33D-A30E-2901-76A0-B2154987B98C}"/>
              </a:ext>
            </a:extLst>
          </p:cNvPr>
          <p:cNvSpPr/>
          <p:nvPr/>
        </p:nvSpPr>
        <p:spPr>
          <a:xfrm>
            <a:off x="216360" y="491998"/>
            <a:ext cx="8382218" cy="5874000"/>
          </a:xfrm>
          <a:prstGeom prst="rect">
            <a:avLst/>
          </a:prstGeom>
          <a:solidFill>
            <a:srgbClr val="FBF2E4"/>
          </a:solidFill>
          <a:ln>
            <a:solidFill>
              <a:srgbClr val="FBF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در ماجرای </a:t>
            </a:r>
            <a:r>
              <a:rPr lang="fa-IR" sz="3200" dirty="0">
                <a:solidFill>
                  <a:srgbClr val="C00000"/>
                </a:solidFill>
                <a:cs typeface="B Titr" panose="00000700000000000000" pitchFamily="2" charset="-78"/>
              </a:rPr>
              <a:t>نزول سوره انسان </a:t>
            </a: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حضرت </a:t>
            </a:r>
            <a:r>
              <a:rPr lang="fa-IR" sz="3200" dirty="0">
                <a:solidFill>
                  <a:srgbClr val="00B050"/>
                </a:solidFill>
                <a:cs typeface="B Titr" panose="00000700000000000000" pitchFamily="2" charset="-78"/>
              </a:rPr>
              <a:t>فاطِمه </a:t>
            </a:r>
            <a:r>
              <a:rPr lang="fa-IR" sz="2400" dirty="0">
                <a:solidFill>
                  <a:srgbClr val="00B050"/>
                </a:solidFill>
                <a:cs typeface="B Titr" panose="00000700000000000000" pitchFamily="2" charset="-78"/>
              </a:rPr>
              <a:t>سَلامُ اللّه عَلیها 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به همراه اهل بیت </a:t>
            </a:r>
            <a:r>
              <a:rPr lang="fa-IR" sz="2400" dirty="0">
                <a:solidFill>
                  <a:srgbClr val="002060"/>
                </a:solidFill>
                <a:cs typeface="B Titr" panose="00000700000000000000" pitchFamily="2" charset="-78"/>
              </a:rPr>
              <a:t>علیه السلام</a:t>
            </a: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با وجود نیاز شدید خود، غذایشان را به</a:t>
            </a: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00B0F0"/>
                </a:solidFill>
                <a:cs typeface="B Titr" panose="00000700000000000000" pitchFamily="2" charset="-78"/>
              </a:rPr>
              <a:t> مسکین 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و </a:t>
            </a:r>
            <a:r>
              <a:rPr lang="fa-IR" sz="3200" dirty="0">
                <a:solidFill>
                  <a:srgbClr val="00B0F0"/>
                </a:solidFill>
                <a:cs typeface="B Titr" panose="00000700000000000000" pitchFamily="2" charset="-78"/>
              </a:rPr>
              <a:t>یتیم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 و </a:t>
            </a:r>
            <a:r>
              <a:rPr lang="fa-IR" sz="3200" dirty="0">
                <a:solidFill>
                  <a:srgbClr val="00B0F0"/>
                </a:solidFill>
                <a:cs typeface="B Titr" panose="00000700000000000000" pitchFamily="2" charset="-78"/>
              </a:rPr>
              <a:t>اسیر</a:t>
            </a:r>
          </a:p>
          <a:p>
            <a:pPr algn="ctr" rtl="1">
              <a:lnSpc>
                <a:spcPct val="150000"/>
              </a:lnSpc>
            </a:pPr>
            <a:r>
              <a:rPr lang="fa-IR" sz="3200" dirty="0">
                <a:solidFill>
                  <a:srgbClr val="C00000"/>
                </a:solidFill>
                <a:cs typeface="B Titr" panose="00000700000000000000" pitchFamily="2" charset="-78"/>
              </a:rPr>
              <a:t> انفاق </a:t>
            </a:r>
            <a:r>
              <a:rPr lang="fa-IR" sz="3200" dirty="0">
                <a:solidFill>
                  <a:srgbClr val="002060"/>
                </a:solidFill>
                <a:cs typeface="B Titr" panose="00000700000000000000" pitchFamily="2" charset="-78"/>
              </a:rPr>
              <a:t>کردند.</a:t>
            </a:r>
          </a:p>
        </p:txBody>
      </p:sp>
    </p:spTree>
    <p:extLst>
      <p:ext uri="{BB962C8B-B14F-4D97-AF65-F5344CB8AC3E}">
        <p14:creationId xmlns:p14="http://schemas.microsoft.com/office/powerpoint/2010/main" val="4284472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C4E81-4C54-A2D6-806C-FC5BE01D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18A2862-2FA3-F803-C86E-330FAD763806}"/>
              </a:ext>
            </a:extLst>
          </p:cNvPr>
          <p:cNvSpPr/>
          <p:nvPr/>
        </p:nvSpPr>
        <p:spPr>
          <a:xfrm flipH="1">
            <a:off x="4488366" y="183552"/>
            <a:ext cx="7428226" cy="6442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÷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D4017-D77D-AD51-3C42-30DDB3ECE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37" y="1494238"/>
            <a:ext cx="2808317" cy="43278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DED9D9-3EAA-FD0D-B4A8-A78E309AB933}"/>
              </a:ext>
            </a:extLst>
          </p:cNvPr>
          <p:cNvSpPr/>
          <p:nvPr/>
        </p:nvSpPr>
        <p:spPr>
          <a:xfrm>
            <a:off x="3924471" y="299029"/>
            <a:ext cx="7843355" cy="6124366"/>
          </a:xfrm>
          <a:prstGeom prst="rect">
            <a:avLst/>
          </a:prstGeom>
          <a:solidFill>
            <a:srgbClr val="FBF2E4"/>
          </a:solidFill>
          <a:ln>
            <a:solidFill>
              <a:srgbClr val="FBF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endParaRPr lang="fa-IR" sz="3200" dirty="0">
              <a:solidFill>
                <a:srgbClr val="002060"/>
              </a:solidFill>
              <a:cs typeface="B Titr" panose="00000700000000000000" pitchFamily="2" charset="-78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C659952-9A47-7628-4D24-E1EEE72C07D8}"/>
              </a:ext>
            </a:extLst>
          </p:cNvPr>
          <p:cNvSpPr txBox="1">
            <a:spLocks/>
          </p:cNvSpPr>
          <p:nvPr/>
        </p:nvSpPr>
        <p:spPr>
          <a:xfrm>
            <a:off x="4073237" y="299029"/>
            <a:ext cx="8020508" cy="612436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6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B Mitra" panose="00000400000000000000" pitchFamily="2" charset="-78"/>
              </a:defRPr>
            </a:lvl1pPr>
            <a:lvl2pPr marL="6858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B Mitra" panose="00000400000000000000" pitchFamily="2" charset="-78"/>
              </a:defRPr>
            </a:lvl2pPr>
            <a:lvl3pPr marL="1143000" indent="-228600" algn="just" defTabSz="914400" rt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B Mitra" panose="00000400000000000000" pitchFamily="2" charset="-78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fa-IR" sz="24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00000"/>
              </a:lnSpc>
            </a:pPr>
            <a:r>
              <a:rPr lang="fa-IR" sz="2800" dirty="0">
                <a:solidFill>
                  <a:srgbClr val="00B050"/>
                </a:solidFill>
                <a:cs typeface="B Titr" panose="00000700000000000000" pitchFamily="2" charset="-78"/>
              </a:rPr>
              <a:t>حضرت فاطِمه </a:t>
            </a:r>
            <a:r>
              <a:rPr lang="fa-IR" sz="2000" dirty="0">
                <a:solidFill>
                  <a:srgbClr val="00B050"/>
                </a:solidFill>
                <a:cs typeface="B Titr" panose="00000700000000000000" pitchFamily="2" charset="-78"/>
              </a:rPr>
              <a:t>سَلامُ اللّه عَلیها</a:t>
            </a:r>
          </a:p>
          <a:p>
            <a:pPr algn="ctr">
              <a:lnSpc>
                <a:spcPct val="100000"/>
              </a:lnSpc>
            </a:pP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 سلامت را پایه </a:t>
            </a:r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دین</a:t>
            </a: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 و </a:t>
            </a:r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دنیا</a:t>
            </a: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 می‌دانستند. </a:t>
            </a:r>
          </a:p>
          <a:p>
            <a:pPr algn="ctr">
              <a:lnSpc>
                <a:spcPct val="100000"/>
              </a:lnSpc>
            </a:pP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دعای </a:t>
            </a:r>
            <a:r>
              <a:rPr lang="fa-IR" sz="2800" dirty="0">
                <a:solidFill>
                  <a:srgbClr val="0070C0"/>
                </a:solidFill>
                <a:cs typeface="B Titr" panose="00000700000000000000" pitchFamily="2" charset="-78"/>
              </a:rPr>
              <a:t>عافیت ایشان </a:t>
            </a:r>
          </a:p>
          <a:p>
            <a:pPr algn="ctr">
              <a:lnSpc>
                <a:spcPct val="100000"/>
              </a:lnSpc>
            </a:pP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نشان‌دهنده درک کامل از اهمیت این سرمایه است.</a:t>
            </a:r>
          </a:p>
          <a:p>
            <a:pPr algn="ctr">
              <a:lnSpc>
                <a:spcPct val="100000"/>
              </a:lnSpc>
            </a:pPr>
            <a:endParaRPr lang="fa-IR" sz="28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00000"/>
              </a:lnSpc>
            </a:pPr>
            <a:r>
              <a:rPr lang="fa-IR" sz="3900" dirty="0">
                <a:solidFill>
                  <a:srgbClr val="7030A0"/>
                </a:solidFill>
                <a:cs typeface="B Titr" panose="00000700000000000000" pitchFamily="2" charset="-78"/>
              </a:rPr>
              <a:t>اَللّهُمَّ عافِني في بَدَني، وَ عافِني في ديني</a:t>
            </a:r>
          </a:p>
          <a:p>
            <a:pPr algn="ctr">
              <a:lnSpc>
                <a:spcPct val="100000"/>
              </a:lnSpc>
            </a:pPr>
            <a:r>
              <a:rPr lang="fa-IR" sz="3900" dirty="0">
                <a:solidFill>
                  <a:srgbClr val="002060"/>
                </a:solidFill>
                <a:cs typeface="B Titr" panose="00000700000000000000" pitchFamily="2" charset="-78"/>
              </a:rPr>
              <a:t>خدایا، به </a:t>
            </a:r>
            <a:r>
              <a:rPr lang="fa-IR" sz="3900" dirty="0">
                <a:solidFill>
                  <a:srgbClr val="0070C0"/>
                </a:solidFill>
                <a:cs typeface="B Titr" panose="00000700000000000000" pitchFamily="2" charset="-78"/>
              </a:rPr>
              <a:t>جسم</a:t>
            </a:r>
            <a:r>
              <a:rPr lang="fa-IR" sz="3900" dirty="0">
                <a:solidFill>
                  <a:srgbClr val="002060"/>
                </a:solidFill>
                <a:cs typeface="B Titr" panose="00000700000000000000" pitchFamily="2" charset="-78"/>
              </a:rPr>
              <a:t> من عافیت بده </a:t>
            </a:r>
          </a:p>
          <a:p>
            <a:pPr algn="ctr">
              <a:lnSpc>
                <a:spcPct val="100000"/>
              </a:lnSpc>
            </a:pPr>
            <a:r>
              <a:rPr lang="fa-IR" sz="3900" dirty="0">
                <a:solidFill>
                  <a:srgbClr val="002060"/>
                </a:solidFill>
                <a:cs typeface="B Titr" panose="00000700000000000000" pitchFamily="2" charset="-78"/>
              </a:rPr>
              <a:t>و در </a:t>
            </a:r>
            <a:r>
              <a:rPr lang="fa-IR" sz="3900" dirty="0">
                <a:solidFill>
                  <a:srgbClr val="0070C0"/>
                </a:solidFill>
                <a:cs typeface="B Titr" panose="00000700000000000000" pitchFamily="2" charset="-78"/>
              </a:rPr>
              <a:t>دینم</a:t>
            </a:r>
            <a:r>
              <a:rPr lang="fa-IR" sz="3900" dirty="0">
                <a:solidFill>
                  <a:srgbClr val="002060"/>
                </a:solidFill>
                <a:cs typeface="B Titr" panose="00000700000000000000" pitchFamily="2" charset="-78"/>
              </a:rPr>
              <a:t> نیز عافیت عطا بفرما.</a:t>
            </a:r>
          </a:p>
          <a:p>
            <a:pPr algn="ctr">
              <a:lnSpc>
                <a:spcPct val="100000"/>
              </a:lnSpc>
            </a:pPr>
            <a:endParaRPr lang="fa-IR" sz="28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>
              <a:lnSpc>
                <a:spcPct val="100000"/>
              </a:lnSpc>
            </a:pP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 این دعا نشان می‌دهد که سلامت جسم و روان هر دو باید </a:t>
            </a:r>
          </a:p>
          <a:p>
            <a:pPr algn="ctr">
              <a:lnSpc>
                <a:spcPct val="100000"/>
              </a:lnSpc>
            </a:pPr>
            <a:r>
              <a:rPr lang="fa-IR" sz="2800" dirty="0">
                <a:solidFill>
                  <a:srgbClr val="002060"/>
                </a:solidFill>
                <a:cs typeface="B Titr" panose="00000700000000000000" pitchFamily="2" charset="-78"/>
              </a:rPr>
              <a:t>در خدمت سعادت دینی قرار گیرند.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706AA7F-039B-4E69-92A0-02D639990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816511" y="-199533"/>
            <a:ext cx="5854343" cy="6983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sz="3600" dirty="0">
                <a:cs typeface="B Titr" panose="00000700000000000000" pitchFamily="2" charset="-78"/>
              </a:rPr>
              <a:t>سلامت جسم و روان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در زندگی</a:t>
            </a:r>
          </a:p>
          <a:p>
            <a:r>
              <a:rPr lang="fa-IR" sz="2800" dirty="0">
                <a:solidFill>
                  <a:srgbClr val="C00000"/>
                </a:solidFill>
                <a:cs typeface="B Titr" panose="00000700000000000000" pitchFamily="2" charset="-78"/>
              </a:rPr>
              <a:t> حضرت زهرا </a:t>
            </a:r>
            <a:r>
              <a:rPr lang="fa-IR" sz="2000" dirty="0">
                <a:solidFill>
                  <a:srgbClr val="C00000"/>
                </a:solidFill>
                <a:cs typeface="B Titr" panose="00000700000000000000" pitchFamily="2" charset="-78"/>
              </a:rPr>
              <a:t>سلام الله علیها </a:t>
            </a:r>
            <a:endParaRPr lang="fa-IR" sz="2800" dirty="0">
              <a:solidFill>
                <a:srgbClr val="C00000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20589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6468-AE81-1EC8-D91B-31535147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BB28A9D-7507-DB74-5A6E-23C565CDA25F}"/>
              </a:ext>
            </a:extLst>
          </p:cNvPr>
          <p:cNvSpPr txBox="1">
            <a:spLocks/>
          </p:cNvSpPr>
          <p:nvPr/>
        </p:nvSpPr>
        <p:spPr>
          <a:xfrm>
            <a:off x="2205609" y="948602"/>
            <a:ext cx="3890391" cy="22050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 defTabSz="914400" rtl="1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IranNastaliq" panose="02020505000000020003" pitchFamily="18" charset="0"/>
                <a:ea typeface="+mn-ea"/>
                <a:cs typeface="B Mitra" panose="00000400000000000000" pitchFamily="2" charset="-78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fa-IR" sz="4400" dirty="0">
                <a:solidFill>
                  <a:srgbClr val="002060"/>
                </a:solidFill>
                <a:cs typeface="B Titr" panose="00000700000000000000" pitchFamily="2" charset="-78"/>
              </a:rPr>
              <a:t>بررسی اعتقاد در روایات ائمه اطهار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A0725-328B-4B6B-6608-58A9AEF6E916}"/>
              </a:ext>
            </a:extLst>
          </p:cNvPr>
          <p:cNvSpPr/>
          <p:nvPr/>
        </p:nvSpPr>
        <p:spPr>
          <a:xfrm>
            <a:off x="157315" y="607142"/>
            <a:ext cx="7610169" cy="30111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7345C0-4256-03AC-1532-921DE7748ED8}"/>
              </a:ext>
            </a:extLst>
          </p:cNvPr>
          <p:cNvSpPr/>
          <p:nvPr/>
        </p:nvSpPr>
        <p:spPr>
          <a:xfrm>
            <a:off x="367842" y="0"/>
            <a:ext cx="7565924" cy="6449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a-IR" sz="2000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اللّهُمَّ صَلِّ عَلَى الصِّدِّيقَةِ </a:t>
            </a:r>
            <a:r>
              <a:rPr lang="fa-IR" sz="2000" dirty="0">
                <a:solidFill>
                  <a:srgbClr val="00B050"/>
                </a:solidFill>
                <a:cs typeface="B Titr" panose="00000700000000000000" pitchFamily="2" charset="-78"/>
              </a:rPr>
              <a:t>فاطِمَةَ </a:t>
            </a: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الزَّكِيَّةِ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حَبِيبَةِ حَبِيبِكَ وَنَبِيِّكَ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 وَأُمِّ أَحِبَّائِكَ وَأَصْفِيائِكَ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 الَّتِي انْتَجَبْتَها وَفَضَّلْتَها وَاخْتَرْتَها عَلَى نِساءِ الْعالَمِينَ.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اللّهُمَّ كُنِ الطَّالِبَ لَها مِمَّنْ ظَلَمَها 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وَاسْتَخَفَّ بِحَقِّها 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وَكُنِ الثَّائِرَ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 اللّهُمَّ بِدَمِ أَوْلادِها 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اللّهُمَّ وَكَما جَعَلْتَها أُمَّ أَئِمَّةِ الْهُدى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وَحَلِيلَةَ صاحِبِ اللَِّواءِ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 وَالْكَرِيمَةَ عِنْدَ الْمَلإِ الْأَعْلى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فَصَلِّ عَلَيْها وَعَلَى أُمِّها صَلاةً تُكْرِمُ بِها وَجْهَ أَبِيها مُحَمَّدٍ صَلَّى اللّهُ عَلَيْهِ وَآلِهِ 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وَتُقِرُّبِها أَعْيُنَ ذُرِّيَّتِها </a:t>
            </a:r>
          </a:p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rgbClr val="002060"/>
                </a:solidFill>
                <a:cs typeface="B Titr" panose="00000700000000000000" pitchFamily="2" charset="-78"/>
              </a:rPr>
              <a:t>وَأَبْلِغْهُمْ عَنِّي فِي هذِهِ السَّاعَةِ أَفْضَلَ التَّحِيَّةِ وَالسَّلامِ</a:t>
            </a:r>
            <a:r>
              <a:rPr lang="fa-IR" dirty="0"/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EEE53-45E4-C300-71C8-8B06CD37ADFC}"/>
              </a:ext>
            </a:extLst>
          </p:cNvPr>
          <p:cNvSpPr/>
          <p:nvPr/>
        </p:nvSpPr>
        <p:spPr>
          <a:xfrm>
            <a:off x="7330674" y="1903770"/>
            <a:ext cx="4729317" cy="290420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B050"/>
                </a:solidFill>
                <a:cs typeface="B Titr" panose="00000700000000000000" pitchFamily="2" charset="-78"/>
              </a:rPr>
              <a:t>صلوات بر حضرت فاطِمه زهرا </a:t>
            </a:r>
            <a:r>
              <a:rPr lang="fa-IR" sz="1400" dirty="0">
                <a:solidFill>
                  <a:srgbClr val="00B050"/>
                </a:solidFill>
                <a:cs typeface="B Titr" panose="00000700000000000000" pitchFamily="2" charset="-78"/>
              </a:rPr>
              <a:t>سَلامُ اللّه عَلیها</a:t>
            </a:r>
          </a:p>
          <a:p>
            <a:pPr algn="ctr" rtl="1"/>
            <a:r>
              <a:rPr lang="fa-IR" dirty="0">
                <a:solidFill>
                  <a:srgbClr val="7030A0"/>
                </a:solidFill>
                <a:cs typeface="B Titr" panose="00000700000000000000" pitchFamily="2" charset="-78"/>
              </a:rPr>
              <a:t>  </a:t>
            </a:r>
          </a:p>
          <a:p>
            <a:pPr algn="ctr" rtl="1">
              <a:lnSpc>
                <a:spcPct val="150000"/>
              </a:lnSpc>
            </a:pPr>
            <a:r>
              <a:rPr lang="fa-IR" dirty="0">
                <a:solidFill>
                  <a:srgbClr val="7030A0"/>
                </a:solidFill>
                <a:cs typeface="B Titr" panose="00000700000000000000" pitchFamily="2" charset="-78"/>
              </a:rPr>
              <a:t>پیامبر اکرم </a:t>
            </a:r>
            <a:r>
              <a:rPr lang="fa-IR" sz="1200" dirty="0">
                <a:solidFill>
                  <a:srgbClr val="7030A0"/>
                </a:solidFill>
                <a:cs typeface="B Titr" panose="00000700000000000000" pitchFamily="2" charset="-78"/>
              </a:rPr>
              <a:t>صَلَّی اللّه عَلیهِ وَ آلِه </a:t>
            </a:r>
            <a:r>
              <a:rPr lang="fa-IR" dirty="0">
                <a:solidFill>
                  <a:srgbClr val="7030A0"/>
                </a:solidFill>
                <a:cs typeface="B Titr" panose="00000700000000000000" pitchFamily="2" charset="-78"/>
              </a:rPr>
              <a:t>فرمودند:</a:t>
            </a:r>
          </a:p>
          <a:p>
            <a:pPr algn="ctr" rtl="1">
              <a:lnSpc>
                <a:spcPct val="150000"/>
              </a:lnSpc>
            </a:pPr>
            <a:r>
              <a:rPr lang="fa-IR" dirty="0">
                <a:solidFill>
                  <a:srgbClr val="7030A0"/>
                </a:solidFill>
                <a:cs typeface="B Titr" panose="00000700000000000000" pitchFamily="2" charset="-78"/>
              </a:rPr>
              <a:t>ای فاطمه! هرکس بر تو درود و صلوات بفرستد</a:t>
            </a:r>
          </a:p>
          <a:p>
            <a:pPr algn="ctr" rtl="1">
              <a:lnSpc>
                <a:spcPct val="150000"/>
              </a:lnSpc>
            </a:pPr>
            <a:r>
              <a:rPr lang="fa-IR" dirty="0">
                <a:solidFill>
                  <a:srgbClr val="7030A0"/>
                </a:solidFill>
                <a:cs typeface="B Titr" panose="00000700000000000000" pitchFamily="2" charset="-78"/>
              </a:rPr>
              <a:t> خداوند او را می‏‌آمرزد و در هر جای بهشت که باشم او را به من مُلحق می سازد.</a:t>
            </a:r>
          </a:p>
        </p:txBody>
      </p:sp>
    </p:spTree>
    <p:extLst>
      <p:ext uri="{BB962C8B-B14F-4D97-AF65-F5344CB8AC3E}">
        <p14:creationId xmlns:p14="http://schemas.microsoft.com/office/powerpoint/2010/main" val="268059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B888E-07EA-B545-DB1C-98118CC5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81B72E-A37E-5ED4-D7EF-FAA76CC6C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27850"/>
          <a:stretch>
            <a:fillRect/>
          </a:stretch>
        </p:blipFill>
        <p:spPr>
          <a:xfrm>
            <a:off x="5463881" y="287666"/>
            <a:ext cx="6728119" cy="2880348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D51611-47D5-37BC-2B21-32DE3C8C79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25392" y="3168014"/>
            <a:ext cx="5964928" cy="1013664"/>
          </a:xfrm>
          <a:noFill/>
        </p:spPr>
        <p:txBody>
          <a:bodyPr/>
          <a:lstStyle/>
          <a:p>
            <a:r>
              <a:rPr lang="fa-IR" sz="6000" dirty="0">
                <a:cs typeface="B Titr" panose="00000700000000000000" pitchFamily="2" charset="-78"/>
              </a:rPr>
              <a:t>صلوات </a:t>
            </a:r>
          </a:p>
          <a:p>
            <a:r>
              <a:rPr lang="fa-IR" sz="6000" dirty="0">
                <a:solidFill>
                  <a:srgbClr val="00B050"/>
                </a:solidFill>
                <a:cs typeface="B Titr" panose="00000700000000000000" pitchFamily="2" charset="-78"/>
              </a:rPr>
              <a:t>حضرت زهرا </a:t>
            </a:r>
            <a:r>
              <a:rPr lang="fa-IR" sz="3200" dirty="0">
                <a:solidFill>
                  <a:srgbClr val="00B050"/>
                </a:solidFill>
                <a:cs typeface="B Titr" panose="00000700000000000000" pitchFamily="2" charset="-78"/>
              </a:rPr>
              <a:t>سلام الله علیها</a:t>
            </a:r>
            <a:endParaRPr lang="fa-IR" sz="6000" dirty="0">
              <a:solidFill>
                <a:srgbClr val="00B050"/>
              </a:solidFill>
              <a:cs typeface="B Titr" panose="00000700000000000000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B16E0-E987-6729-C8EF-4EDA288D38C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897" y="1652559"/>
            <a:ext cx="1491913" cy="1305014"/>
          </a:xfrm>
          <a:prstGeom prst="rect">
            <a:avLst/>
          </a:prstGeom>
        </p:spPr>
      </p:pic>
      <p:pic>
        <p:nvPicPr>
          <p:cNvPr id="3" name="کلیپ صلوات حضرت زهرا س">
            <a:hlinkClick r:id="" action="ppaction://media"/>
            <a:extLst>
              <a:ext uri="{FF2B5EF4-FFF2-40B4-BE49-F238E27FC236}">
                <a16:creationId xmlns:a16="http://schemas.microsoft.com/office/drawing/2014/main" id="{A31ED450-13F0-1C7C-DECE-E8DF0CAF3D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2286" y="284110"/>
            <a:ext cx="4379913" cy="6289779"/>
          </a:xfrm>
          <a:prstGeom prst="rect">
            <a:avLst/>
          </a:prstGeom>
          <a:ln w="107950" cap="rnd">
            <a:solidFill>
              <a:srgbClr val="C8C6BD"/>
            </a:solidFill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17145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490171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10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086F5-3518-9204-BB30-33DE1BBB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758F73-4186-0AA1-BD97-F9FEB6E83953}"/>
              </a:ext>
            </a:extLst>
          </p:cNvPr>
          <p:cNvSpPr/>
          <p:nvPr/>
        </p:nvSpPr>
        <p:spPr>
          <a:xfrm flipH="1">
            <a:off x="419259" y="-1"/>
            <a:ext cx="7735389" cy="6858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CE87C4-343B-2F18-4D22-4825C4DBD839}"/>
              </a:ext>
            </a:extLst>
          </p:cNvPr>
          <p:cNvSpPr/>
          <p:nvPr/>
        </p:nvSpPr>
        <p:spPr>
          <a:xfrm>
            <a:off x="2033820" y="78815"/>
            <a:ext cx="3429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بِسْمِ اللهِ الرَّحْمنِ الرَّحِیمِ</a:t>
            </a:r>
            <a:endParaRPr lang="fa-IR" sz="2000" b="1" kern="0" dirty="0">
              <a:solidFill>
                <a:srgbClr val="EE6A8D">
                  <a:lumMod val="50000"/>
                </a:srgbClr>
              </a:solidFill>
              <a:latin typeface="Vidaloka"/>
              <a:ea typeface="Vidaloka"/>
              <a:cs typeface="B Titr" panose="00000700000000000000" pitchFamily="2" charset="-78"/>
              <a:sym typeface="Vidalok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D09F1F-92D4-971D-C584-9FDB79A8DCF2}"/>
              </a:ext>
            </a:extLst>
          </p:cNvPr>
          <p:cNvSpPr/>
          <p:nvPr/>
        </p:nvSpPr>
        <p:spPr>
          <a:xfrm>
            <a:off x="417861" y="264639"/>
            <a:ext cx="8094924" cy="2177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rtl="1">
              <a:lnSpc>
                <a:spcPct val="150000"/>
              </a:lnSpc>
              <a:buClr>
                <a:srgbClr val="000000"/>
              </a:buClr>
              <a:defRPr/>
            </a:pPr>
            <a:r>
              <a:rPr lang="fa-IR" sz="32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		</a:t>
            </a: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اَللهمَّ کُن لولیَّک الحُجةِ بنِ الحَسَنِ صَلَواتُکَ عَلَیهِ و عَلی آبائهِ</a:t>
            </a:r>
          </a:p>
          <a:p>
            <a:pPr algn="ctr" defTabSz="685800" rtl="1">
              <a:lnSpc>
                <a:spcPct val="150000"/>
              </a:lnSpc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خدایا باش برای وَلیَّت حُجَّتِ بنِ الحَسَن که درودهایت بر او و پدرانش باد </a:t>
            </a:r>
          </a:p>
          <a:p>
            <a:pPr algn="ctr" defTabSz="685800" rtl="1">
              <a:lnSpc>
                <a:spcPct val="150000"/>
              </a:lnSpc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                                          فی هذهِ السّاعةِ ، و فی کُلّ ساعَة </a:t>
            </a:r>
          </a:p>
          <a:p>
            <a:pPr algn="ctr" defTabSz="685800" rtl="1">
              <a:lnSpc>
                <a:spcPct val="150000"/>
              </a:lnSpc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	                             </a:t>
            </a:r>
            <a:r>
              <a:rPr lang="fa-IR" sz="2000" b="1" kern="0" dirty="0">
                <a:solidFill>
                  <a:srgbClr val="0070C0"/>
                </a:solidFill>
                <a:latin typeface="Arial"/>
                <a:cs typeface="B Titr" panose="00000700000000000000" pitchFamily="2" charset="-78"/>
                <a:sym typeface="Arial"/>
              </a:rPr>
              <a:t>در این ساعت ، و در تمام ساعت ها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540B4D-C7CF-2282-EDAE-D5248BC02796}"/>
              </a:ext>
            </a:extLst>
          </p:cNvPr>
          <p:cNvSpPr/>
          <p:nvPr/>
        </p:nvSpPr>
        <p:spPr>
          <a:xfrm>
            <a:off x="3799147" y="2525972"/>
            <a:ext cx="23936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وَلیّا 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سرپرست</a:t>
            </a: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BF47E0-22D8-62EC-A456-8292CC9929AF}"/>
              </a:ext>
            </a:extLst>
          </p:cNvPr>
          <p:cNvSpPr/>
          <p:nvPr/>
        </p:nvSpPr>
        <p:spPr>
          <a:xfrm>
            <a:off x="3841314" y="2956882"/>
            <a:ext cx="23679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وَحافظاً 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نگهبان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08B63B-ED67-F1B9-8343-6F0A9AFF068B}"/>
              </a:ext>
            </a:extLst>
          </p:cNvPr>
          <p:cNvSpPr/>
          <p:nvPr/>
        </p:nvSpPr>
        <p:spPr>
          <a:xfrm>
            <a:off x="3998622" y="3454180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وَقائِداً 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رهبر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7CCAEC-5C66-8623-08EC-3321F0C956C9}"/>
              </a:ext>
            </a:extLst>
          </p:cNvPr>
          <p:cNvSpPr/>
          <p:nvPr/>
        </p:nvSpPr>
        <p:spPr>
          <a:xfrm>
            <a:off x="4042861" y="3945546"/>
            <a:ext cx="21467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وَناصِراً 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یاور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31098A-704D-EF09-AE3E-EFAC9A769328}"/>
              </a:ext>
            </a:extLst>
          </p:cNvPr>
          <p:cNvSpPr/>
          <p:nvPr/>
        </p:nvSpPr>
        <p:spPr>
          <a:xfrm>
            <a:off x="3857130" y="4439155"/>
            <a:ext cx="23423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وَدَلیلاً 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راهنما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9D4638-A2DE-336D-281E-4289AB6FC824}"/>
              </a:ext>
            </a:extLst>
          </p:cNvPr>
          <p:cNvSpPr/>
          <p:nvPr/>
        </p:nvSpPr>
        <p:spPr>
          <a:xfrm>
            <a:off x="3165806" y="4916188"/>
            <a:ext cx="30139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685800" rtl="1">
              <a:buClr>
                <a:srgbClr val="000000"/>
              </a:buClr>
              <a:tabLst>
                <a:tab pos="58738" algn="l"/>
              </a:tabLst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وَعَیناً		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دیده بان باش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E19C82-4D0C-1EF5-C3A0-E3DEF941CB13}"/>
              </a:ext>
            </a:extLst>
          </p:cNvPr>
          <p:cNvSpPr/>
          <p:nvPr/>
        </p:nvSpPr>
        <p:spPr>
          <a:xfrm>
            <a:off x="501120" y="5469827"/>
            <a:ext cx="76716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حَتّی تُسکِنَهُ اَرضَکَ طَوعاً        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تا ایشان را آن طور که خوش آیند اوست</a:t>
            </a:r>
          </a:p>
          <a:p>
            <a:pPr algn="ct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                                                  بر روی زمین سکونت دهی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A784C4-3738-A03B-44B5-4C87FCD72A7B}"/>
              </a:ext>
            </a:extLst>
          </p:cNvPr>
          <p:cNvSpPr/>
          <p:nvPr/>
        </p:nvSpPr>
        <p:spPr>
          <a:xfrm>
            <a:off x="562903" y="6308976"/>
            <a:ext cx="68714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685800" rtl="1">
              <a:buClr>
                <a:srgbClr val="000000"/>
              </a:buClr>
              <a:defRPr/>
            </a:pPr>
            <a:r>
              <a:rPr lang="fa-IR" sz="2000" b="1" kern="0" dirty="0">
                <a:solidFill>
                  <a:srgbClr val="EE6A8D">
                    <a:lumMod val="50000"/>
                  </a:srgbClr>
                </a:solidFill>
                <a:latin typeface="Arial"/>
                <a:cs typeface="B Titr" panose="00000700000000000000" pitchFamily="2" charset="-78"/>
                <a:sym typeface="Arial"/>
              </a:rPr>
              <a:t>و تُمَتّعَهُ فیها طَویلاً                 </a:t>
            </a:r>
            <a:r>
              <a:rPr lang="fa-IR" sz="2000" b="1" kern="0" dirty="0">
                <a:solidFill>
                  <a:srgbClr val="002060"/>
                </a:solidFill>
                <a:latin typeface="Arial"/>
                <a:cs typeface="B Titr" panose="00000700000000000000" pitchFamily="2" charset="-78"/>
                <a:sym typeface="Arial"/>
              </a:rPr>
              <a:t>و برای مدت زمانی طولانی بهره مندش بفرمایی.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26604-22F4-9955-FABA-9074CA710E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990" y="444716"/>
            <a:ext cx="4059675" cy="58245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77747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theme/theme1.xml><?xml version="1.0" encoding="utf-8"?>
<a:theme xmlns:a="http://schemas.openxmlformats.org/drawingml/2006/main" name="farsi-ppt-rashasite.ir-morph">
  <a:themeElements>
    <a:clrScheme name="Custom 4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7939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shasite.ir">
  <a:themeElements>
    <a:clrScheme name="ALLPPT - COLOR 0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1F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2038</TotalTime>
  <Words>2285</Words>
  <Application>Microsoft Office PowerPoint</Application>
  <PresentationFormat>Widescreen</PresentationFormat>
  <Paragraphs>395</Paragraphs>
  <Slides>54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Vidaloka</vt:lpstr>
      <vt:lpstr>B Titr</vt:lpstr>
      <vt:lpstr>B Mitra</vt:lpstr>
      <vt:lpstr>Calibri</vt:lpstr>
      <vt:lpstr>Arial</vt:lpstr>
      <vt:lpstr>B Nazanin</vt:lpstr>
      <vt:lpstr>IranNastaliq</vt:lpstr>
      <vt:lpstr>Calibri Light</vt:lpstr>
      <vt:lpstr>farsi-ppt-rashasite.ir-morph</vt:lpstr>
      <vt:lpstr>rashasite.ir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راشاسایت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rashasite.ir</dc:creator>
  <cp:lastModifiedBy>Iman Beizaei</cp:lastModifiedBy>
  <cp:revision>219</cp:revision>
  <dcterms:created xsi:type="dcterms:W3CDTF">2022-02-02T09:40:17Z</dcterms:created>
  <dcterms:modified xsi:type="dcterms:W3CDTF">2025-11-14T11:41:49Z</dcterms:modified>
</cp:coreProperties>
</file>